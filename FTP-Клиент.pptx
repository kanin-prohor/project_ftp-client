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A85F5A-2C79-D4C7-91AE-5C8CECACE8BF}" v="915" dt="2025-12-26T20:01:37.9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LAWERIAN UT" userId="557fa74c2b68a681" providerId="Windows Live" clId="Web-{88A85F5A-2C79-D4C7-91AE-5C8CECACE8BF}"/>
    <pc:docChg chg="mod addSld delSld modSld sldOrd addMainMaster delMainMaster">
      <pc:chgData name="PLAWERIAN UT" userId="557fa74c2b68a681" providerId="Windows Live" clId="Web-{88A85F5A-2C79-D4C7-91AE-5C8CECACE8BF}" dt="2025-12-26T20:04:43.162" v="636" actId="1076"/>
      <pc:docMkLst>
        <pc:docMk/>
      </pc:docMkLst>
      <pc:sldChg chg="addSp delSp modSp mod modClrScheme chgLayout">
        <pc:chgData name="PLAWERIAN UT" userId="557fa74c2b68a681" providerId="Windows Live" clId="Web-{88A85F5A-2C79-D4C7-91AE-5C8CECACE8BF}" dt="2025-12-26T16:34:39.795" v="271"/>
        <pc:sldMkLst>
          <pc:docMk/>
          <pc:sldMk cId="1351651579" sldId="256"/>
        </pc:sldMkLst>
        <pc:spChg chg="del">
          <ac:chgData name="PLAWERIAN UT" userId="557fa74c2b68a681" providerId="Windows Live" clId="Web-{88A85F5A-2C79-D4C7-91AE-5C8CECACE8BF}" dt="2025-12-26T14:29:23.230" v="0"/>
          <ac:spMkLst>
            <pc:docMk/>
            <pc:sldMk cId="1351651579" sldId="256"/>
            <ac:spMk id="2" creationId="{00000000-0000-0000-0000-000000000000}"/>
          </ac:spMkLst>
        </pc:spChg>
        <pc:spChg chg="add mod">
          <ac:chgData name="PLAWERIAN UT" userId="557fa74c2b68a681" providerId="Windows Live" clId="Web-{88A85F5A-2C79-D4C7-91AE-5C8CECACE8BF}" dt="2025-12-26T15:00:53.738" v="37" actId="1076"/>
          <ac:spMkLst>
            <pc:docMk/>
            <pc:sldMk cId="1351651579" sldId="256"/>
            <ac:spMk id="2" creationId="{E26D2ABD-B80E-D736-8B3F-3F168FFFDC25}"/>
          </ac:spMkLst>
        </pc:spChg>
        <pc:spChg chg="del">
          <ac:chgData name="PLAWERIAN UT" userId="557fa74c2b68a681" providerId="Windows Live" clId="Web-{88A85F5A-2C79-D4C7-91AE-5C8CECACE8BF}" dt="2025-12-26T14:29:23.230" v="0"/>
          <ac:spMkLst>
            <pc:docMk/>
            <pc:sldMk cId="1351651579" sldId="256"/>
            <ac:spMk id="3" creationId="{00000000-0000-0000-0000-000000000000}"/>
          </ac:spMkLst>
        </pc:spChg>
        <pc:spChg chg="add mod">
          <ac:chgData name="PLAWERIAN UT" userId="557fa74c2b68a681" providerId="Windows Live" clId="Web-{88A85F5A-2C79-D4C7-91AE-5C8CECACE8BF}" dt="2025-12-26T15:11:52.232" v="121" actId="20577"/>
          <ac:spMkLst>
            <pc:docMk/>
            <pc:sldMk cId="1351651579" sldId="256"/>
            <ac:spMk id="4" creationId="{D3072112-B9A2-21B3-E473-CB4F85A0911B}"/>
          </ac:spMkLst>
        </pc:spChg>
        <pc:picChg chg="add mod">
          <ac:chgData name="PLAWERIAN UT" userId="557fa74c2b68a681" providerId="Windows Live" clId="Web-{88A85F5A-2C79-D4C7-91AE-5C8CECACE8BF}" dt="2025-12-26T16:34:39.795" v="271"/>
          <ac:picMkLst>
            <pc:docMk/>
            <pc:sldMk cId="1351651579" sldId="256"/>
            <ac:picMk id="3" creationId="{EF0ADD9B-E951-1CF3-DA42-C5E8CDBDFF5F}"/>
          </ac:picMkLst>
        </pc:picChg>
      </pc:sldChg>
      <pc:sldChg chg="addSp modSp new mod ord setBg modClrScheme chgLayout">
        <pc:chgData name="PLAWERIAN UT" userId="557fa74c2b68a681" providerId="Windows Live" clId="Web-{88A85F5A-2C79-D4C7-91AE-5C8CECACE8BF}" dt="2025-12-26T19:56:15.692" v="601" actId="1076"/>
        <pc:sldMkLst>
          <pc:docMk/>
          <pc:sldMk cId="1008831869" sldId="257"/>
        </pc:sldMkLst>
        <pc:spChg chg="add mod ord">
          <ac:chgData name="PLAWERIAN UT" userId="557fa74c2b68a681" providerId="Windows Live" clId="Web-{88A85F5A-2C79-D4C7-91AE-5C8CECACE8BF}" dt="2025-12-26T19:56:15.692" v="601" actId="1076"/>
          <ac:spMkLst>
            <pc:docMk/>
            <pc:sldMk cId="1008831869" sldId="257"/>
            <ac:spMk id="2" creationId="{3CAB045D-56A8-D338-8AE1-E32FB882D576}"/>
          </ac:spMkLst>
        </pc:spChg>
        <pc:spChg chg="add mod">
          <ac:chgData name="PLAWERIAN UT" userId="557fa74c2b68a681" providerId="Windows Live" clId="Web-{88A85F5A-2C79-D4C7-91AE-5C8CECACE8BF}" dt="2025-12-26T16:37:22.662" v="298"/>
          <ac:spMkLst>
            <pc:docMk/>
            <pc:sldMk cId="1008831869" sldId="257"/>
            <ac:spMk id="3" creationId="{7D815B6E-E913-6094-D212-DE151A144903}"/>
          </ac:spMkLst>
        </pc:spChg>
        <pc:spChg chg="add">
          <ac:chgData name="PLAWERIAN UT" userId="557fa74c2b68a681" providerId="Windows Live" clId="Web-{88A85F5A-2C79-D4C7-91AE-5C8CECACE8BF}" dt="2025-12-26T16:37:22.662" v="298"/>
          <ac:spMkLst>
            <pc:docMk/>
            <pc:sldMk cId="1008831869" sldId="257"/>
            <ac:spMk id="9" creationId="{ACA29952-149E-46F7-9A9D-E6101CFF55F5}"/>
          </ac:spMkLst>
        </pc:spChg>
        <pc:spChg chg="add">
          <ac:chgData name="PLAWERIAN UT" userId="557fa74c2b68a681" providerId="Windows Live" clId="Web-{88A85F5A-2C79-D4C7-91AE-5C8CECACE8BF}" dt="2025-12-26T16:37:22.662" v="298"/>
          <ac:spMkLst>
            <pc:docMk/>
            <pc:sldMk cId="1008831869" sldId="257"/>
            <ac:spMk id="11" creationId="{9024BA92-9229-4333-ACC7-4561A3DB5FC5}"/>
          </ac:spMkLst>
        </pc:spChg>
        <pc:picChg chg="add mod">
          <ac:chgData name="PLAWERIAN UT" userId="557fa74c2b68a681" providerId="Windows Live" clId="Web-{88A85F5A-2C79-D4C7-91AE-5C8CECACE8BF}" dt="2025-12-26T19:56:07.395" v="599"/>
          <ac:picMkLst>
            <pc:docMk/>
            <pc:sldMk cId="1008831869" sldId="257"/>
            <ac:picMk id="4" creationId="{9446644B-F0C4-92EB-76A2-E98554E14B04}"/>
          </ac:picMkLst>
        </pc:picChg>
      </pc:sldChg>
      <pc:sldChg chg="addSp delSp modSp new mod setBg modClrScheme chgLayout">
        <pc:chgData name="PLAWERIAN UT" userId="557fa74c2b68a681" providerId="Windows Live" clId="Web-{88A85F5A-2C79-D4C7-91AE-5C8CECACE8BF}" dt="2025-12-26T20:04:43.162" v="636" actId="1076"/>
        <pc:sldMkLst>
          <pc:docMk/>
          <pc:sldMk cId="1912074340" sldId="258"/>
        </pc:sldMkLst>
        <pc:spChg chg="add del mod">
          <ac:chgData name="PLAWERIAN UT" userId="557fa74c2b68a681" providerId="Windows Live" clId="Web-{88A85F5A-2C79-D4C7-91AE-5C8CECACE8BF}" dt="2025-12-26T16:37:04.693" v="297"/>
          <ac:spMkLst>
            <pc:docMk/>
            <pc:sldMk cId="1912074340" sldId="258"/>
            <ac:spMk id="2" creationId="{ECB5C853-64F4-5525-67A3-ACEB086A189A}"/>
          </ac:spMkLst>
        </pc:spChg>
        <pc:spChg chg="add mod ord">
          <ac:chgData name="PLAWERIAN UT" userId="557fa74c2b68a681" providerId="Windows Live" clId="Web-{88A85F5A-2C79-D4C7-91AE-5C8CECACE8BF}" dt="2025-12-26T19:59:40.282" v="632" actId="20577"/>
          <ac:spMkLst>
            <pc:docMk/>
            <pc:sldMk cId="1912074340" sldId="258"/>
            <ac:spMk id="3" creationId="{AC6297FB-56D2-8072-4050-9866398BF35B}"/>
          </ac:spMkLst>
        </pc:spChg>
        <pc:spChg chg="add mod">
          <ac:chgData name="PLAWERIAN UT" userId="557fa74c2b68a681" providerId="Windows Live" clId="Web-{88A85F5A-2C79-D4C7-91AE-5C8CECACE8BF}" dt="2025-12-26T16:37:04.693" v="297"/>
          <ac:spMkLst>
            <pc:docMk/>
            <pc:sldMk cId="1912074340" sldId="258"/>
            <ac:spMk id="4" creationId="{7F761414-FF96-9BDC-C3FD-91223A8F957C}"/>
          </ac:spMkLst>
        </pc:spChg>
        <pc:spChg chg="add">
          <ac:chgData name="PLAWERIAN UT" userId="557fa74c2b68a681" providerId="Windows Live" clId="Web-{88A85F5A-2C79-D4C7-91AE-5C8CECACE8BF}" dt="2025-12-26T16:37:04.693" v="297"/>
          <ac:spMkLst>
            <pc:docMk/>
            <pc:sldMk cId="1912074340" sldId="258"/>
            <ac:spMk id="10" creationId="{546CD716-7744-4F1A-801D-D44894504B21}"/>
          </ac:spMkLst>
        </pc:spChg>
        <pc:spChg chg="add">
          <ac:chgData name="PLAWERIAN UT" userId="557fa74c2b68a681" providerId="Windows Live" clId="Web-{88A85F5A-2C79-D4C7-91AE-5C8CECACE8BF}" dt="2025-12-26T16:37:04.693" v="297"/>
          <ac:spMkLst>
            <pc:docMk/>
            <pc:sldMk cId="1912074340" sldId="258"/>
            <ac:spMk id="12" creationId="{70B0C0FC-9A91-4E96-8E86-3D20CDE2675D}"/>
          </ac:spMkLst>
        </pc:spChg>
        <pc:spChg chg="add">
          <ac:chgData name="PLAWERIAN UT" userId="557fa74c2b68a681" providerId="Windows Live" clId="Web-{88A85F5A-2C79-D4C7-91AE-5C8CECACE8BF}" dt="2025-12-26T16:37:04.693" v="297"/>
          <ac:spMkLst>
            <pc:docMk/>
            <pc:sldMk cId="1912074340" sldId="258"/>
            <ac:spMk id="14" creationId="{37759B15-CE96-4A5B-A056-ACF40FE6E0CB}"/>
          </ac:spMkLst>
        </pc:spChg>
        <pc:spChg chg="add">
          <ac:chgData name="PLAWERIAN UT" userId="557fa74c2b68a681" providerId="Windows Live" clId="Web-{88A85F5A-2C79-D4C7-91AE-5C8CECACE8BF}" dt="2025-12-26T16:37:04.693" v="297"/>
          <ac:spMkLst>
            <pc:docMk/>
            <pc:sldMk cId="1912074340" sldId="258"/>
            <ac:spMk id="16" creationId="{2296AAED-5153-4437-B3AD-BCF0E2A8448F}"/>
          </ac:spMkLst>
        </pc:spChg>
        <pc:spChg chg="add">
          <ac:chgData name="PLAWERIAN UT" userId="557fa74c2b68a681" providerId="Windows Live" clId="Web-{88A85F5A-2C79-D4C7-91AE-5C8CECACE8BF}" dt="2025-12-26T16:37:04.693" v="297"/>
          <ac:spMkLst>
            <pc:docMk/>
            <pc:sldMk cId="1912074340" sldId="258"/>
            <ac:spMk id="18" creationId="{0A24CD36-50DE-4C9D-9BC4-BB329E6DC966}"/>
          </ac:spMkLst>
        </pc:spChg>
        <pc:graphicFrameChg chg="add mod modGraphic">
          <ac:chgData name="PLAWERIAN UT" userId="557fa74c2b68a681" providerId="Windows Live" clId="Web-{88A85F5A-2C79-D4C7-91AE-5C8CECACE8BF}" dt="2025-12-26T20:04:43.162" v="636" actId="1076"/>
          <ac:graphicFrameMkLst>
            <pc:docMk/>
            <pc:sldMk cId="1912074340" sldId="258"/>
            <ac:graphicFrameMk id="6" creationId="{129A248A-27C7-9DB5-C0AD-81C4F6AFCACB}"/>
          </ac:graphicFrameMkLst>
        </pc:graphicFrameChg>
      </pc:sldChg>
      <pc:sldChg chg="addSp modSp new mod setBg modClrScheme chgLayout">
        <pc:chgData name="PLAWERIAN UT" userId="557fa74c2b68a681" providerId="Windows Live" clId="Web-{88A85F5A-2C79-D4C7-91AE-5C8CECACE8BF}" dt="2025-12-26T20:01:37.974" v="635" actId="20577"/>
        <pc:sldMkLst>
          <pc:docMk/>
          <pc:sldMk cId="999613189" sldId="259"/>
        </pc:sldMkLst>
        <pc:spChg chg="add mod ord">
          <ac:chgData name="PLAWERIAN UT" userId="557fa74c2b68a681" providerId="Windows Live" clId="Web-{88A85F5A-2C79-D4C7-91AE-5C8CECACE8BF}" dt="2025-12-26T19:43:08.216" v="519" actId="20577"/>
          <ac:spMkLst>
            <pc:docMk/>
            <pc:sldMk cId="999613189" sldId="259"/>
            <ac:spMk id="2" creationId="{ABB2A294-D4C3-E3D1-A59A-49B3180604AB}"/>
          </ac:spMkLst>
        </pc:spChg>
        <pc:spChg chg="add mod">
          <ac:chgData name="PLAWERIAN UT" userId="557fa74c2b68a681" providerId="Windows Live" clId="Web-{88A85F5A-2C79-D4C7-91AE-5C8CECACE8BF}" dt="2025-12-26T20:01:37.974" v="635" actId="20577"/>
          <ac:spMkLst>
            <pc:docMk/>
            <pc:sldMk cId="999613189" sldId="259"/>
            <ac:spMk id="3" creationId="{D20C771B-6F86-60AE-3512-E22899C2C2FF}"/>
          </ac:spMkLst>
        </pc:spChg>
        <pc:spChg chg="add">
          <ac:chgData name="PLAWERIAN UT" userId="557fa74c2b68a681" providerId="Windows Live" clId="Web-{88A85F5A-2C79-D4C7-91AE-5C8CECACE8BF}" dt="2025-12-26T16:36:40.426" v="296"/>
          <ac:spMkLst>
            <pc:docMk/>
            <pc:sldMk cId="999613189" sldId="259"/>
            <ac:spMk id="9" creationId="{9EBB507A-4CD7-4FB2-A45B-AA83624A236B}"/>
          </ac:spMkLst>
        </pc:spChg>
        <pc:spChg chg="add">
          <ac:chgData name="PLAWERIAN UT" userId="557fa74c2b68a681" providerId="Windows Live" clId="Web-{88A85F5A-2C79-D4C7-91AE-5C8CECACE8BF}" dt="2025-12-26T16:36:40.426" v="296"/>
          <ac:spMkLst>
            <pc:docMk/>
            <pc:sldMk cId="999613189" sldId="259"/>
            <ac:spMk id="11" creationId="{27CB19DE-D478-4EF9-A63B-D47EC43BA2DD}"/>
          </ac:spMkLst>
        </pc:spChg>
        <pc:spChg chg="add">
          <ac:chgData name="PLAWERIAN UT" userId="557fa74c2b68a681" providerId="Windows Live" clId="Web-{88A85F5A-2C79-D4C7-91AE-5C8CECACE8BF}" dt="2025-12-26T16:36:40.426" v="296"/>
          <ac:spMkLst>
            <pc:docMk/>
            <pc:sldMk cId="999613189" sldId="259"/>
            <ac:spMk id="13" creationId="{BDA3EF5D-1AA5-4BA5-B881-C9E3832EB56F}"/>
          </ac:spMkLst>
        </pc:spChg>
        <pc:picChg chg="add">
          <ac:chgData name="PLAWERIAN UT" userId="557fa74c2b68a681" providerId="Windows Live" clId="Web-{88A85F5A-2C79-D4C7-91AE-5C8CECACE8BF}" dt="2025-12-26T16:36:40.426" v="296"/>
          <ac:picMkLst>
            <pc:docMk/>
            <pc:sldMk cId="999613189" sldId="259"/>
            <ac:picMk id="5" creationId="{7B725EAB-7A42-37D8-64CC-AD400DCDD502}"/>
          </ac:picMkLst>
        </pc:picChg>
      </pc:sldChg>
      <pc:sldChg chg="addSp delSp modSp new mod ord setBg modClrScheme chgLayout">
        <pc:chgData name="PLAWERIAN UT" userId="557fa74c2b68a681" providerId="Windows Live" clId="Web-{88A85F5A-2C79-D4C7-91AE-5C8CECACE8BF}" dt="2025-12-26T16:58:39.287" v="331"/>
        <pc:sldMkLst>
          <pc:docMk/>
          <pc:sldMk cId="3227253990" sldId="260"/>
        </pc:sldMkLst>
        <pc:spChg chg="add del mod">
          <ac:chgData name="PLAWERIAN UT" userId="557fa74c2b68a681" providerId="Windows Live" clId="Web-{88A85F5A-2C79-D4C7-91AE-5C8CECACE8BF}" dt="2025-12-26T16:56:52.379" v="322"/>
          <ac:spMkLst>
            <pc:docMk/>
            <pc:sldMk cId="3227253990" sldId="260"/>
            <ac:spMk id="2" creationId="{4CDFD1B9-9851-8001-4CFB-26F10D9BDFEB}"/>
          </ac:spMkLst>
        </pc:spChg>
        <pc:spChg chg="add mod">
          <ac:chgData name="PLAWERIAN UT" userId="557fa74c2b68a681" providerId="Windows Live" clId="Web-{88A85F5A-2C79-D4C7-91AE-5C8CECACE8BF}" dt="2025-12-26T16:57:29.786" v="329" actId="20577"/>
          <ac:spMkLst>
            <pc:docMk/>
            <pc:sldMk cId="3227253990" sldId="260"/>
            <ac:spMk id="3" creationId="{CE272999-324C-E0D1-4E61-75C8E9202EE5}"/>
          </ac:spMkLst>
        </pc:spChg>
        <pc:spChg chg="add">
          <ac:chgData name="PLAWERIAN UT" userId="557fa74c2b68a681" providerId="Windows Live" clId="Web-{88A85F5A-2C79-D4C7-91AE-5C8CECACE8BF}" dt="2025-12-26T16:56:52.379" v="322"/>
          <ac:spMkLst>
            <pc:docMk/>
            <pc:sldMk cId="3227253990" sldId="260"/>
            <ac:spMk id="9" creationId="{546CD716-7744-4F1A-801D-D44894504B21}"/>
          </ac:spMkLst>
        </pc:spChg>
        <pc:spChg chg="add">
          <ac:chgData name="PLAWERIAN UT" userId="557fa74c2b68a681" providerId="Windows Live" clId="Web-{88A85F5A-2C79-D4C7-91AE-5C8CECACE8BF}" dt="2025-12-26T16:56:52.379" v="322"/>
          <ac:spMkLst>
            <pc:docMk/>
            <pc:sldMk cId="3227253990" sldId="260"/>
            <ac:spMk id="11" creationId="{70B0C0FC-9A91-4E96-8E86-3D20CDE2675D}"/>
          </ac:spMkLst>
        </pc:spChg>
        <pc:spChg chg="add">
          <ac:chgData name="PLAWERIAN UT" userId="557fa74c2b68a681" providerId="Windows Live" clId="Web-{88A85F5A-2C79-D4C7-91AE-5C8CECACE8BF}" dt="2025-12-26T16:56:52.379" v="322"/>
          <ac:spMkLst>
            <pc:docMk/>
            <pc:sldMk cId="3227253990" sldId="260"/>
            <ac:spMk id="13" creationId="{98631A13-5CE6-4934-956A-8EBF19C149B3}"/>
          </ac:spMkLst>
        </pc:spChg>
        <pc:graphicFrameChg chg="add mod">
          <ac:chgData name="PLAWERIAN UT" userId="557fa74c2b68a681" providerId="Windows Live" clId="Web-{88A85F5A-2C79-D4C7-91AE-5C8CECACE8BF}" dt="2025-12-26T16:57:04.363" v="324" actId="1076"/>
          <ac:graphicFrameMkLst>
            <pc:docMk/>
            <pc:sldMk cId="3227253990" sldId="260"/>
            <ac:graphicFrameMk id="5" creationId="{3083601D-D5C8-9BB5-8703-95D8BDB2F149}"/>
          </ac:graphicFrameMkLst>
        </pc:graphicFrameChg>
      </pc:sldChg>
      <pc:sldChg chg="new del">
        <pc:chgData name="PLAWERIAN UT" userId="557fa74c2b68a681" providerId="Windows Live" clId="Web-{88A85F5A-2C79-D4C7-91AE-5C8CECACE8BF}" dt="2025-12-26T15:12:19.139" v="123"/>
        <pc:sldMkLst>
          <pc:docMk/>
          <pc:sldMk cId="2352307296" sldId="261"/>
        </pc:sldMkLst>
      </pc:sldChg>
      <pc:sldChg chg="modSp add ord replId">
        <pc:chgData name="PLAWERIAN UT" userId="557fa74c2b68a681" providerId="Windows Live" clId="Web-{88A85F5A-2C79-D4C7-91AE-5C8CECACE8BF}" dt="2025-12-26T16:34:49.530" v="272"/>
        <pc:sldMkLst>
          <pc:docMk/>
          <pc:sldMk cId="3711401890" sldId="261"/>
        </pc:sldMkLst>
        <pc:picChg chg="mod">
          <ac:chgData name="PLAWERIAN UT" userId="557fa74c2b68a681" providerId="Windows Live" clId="Web-{88A85F5A-2C79-D4C7-91AE-5C8CECACE8BF}" dt="2025-12-26T16:34:49.530" v="272"/>
          <ac:picMkLst>
            <pc:docMk/>
            <pc:sldMk cId="3711401890" sldId="261"/>
            <ac:picMk id="3" creationId="{1A84957E-E2AE-37F8-41DE-5CCAAE5C2997}"/>
          </ac:picMkLst>
        </pc:picChg>
      </pc:sldChg>
      <pc:sldChg chg="addSp modSp new">
        <pc:chgData name="PLAWERIAN UT" userId="557fa74c2b68a681" providerId="Windows Live" clId="Web-{88A85F5A-2C79-D4C7-91AE-5C8CECACE8BF}" dt="2025-12-26T19:42:42.808" v="515"/>
        <pc:sldMkLst>
          <pc:docMk/>
          <pc:sldMk cId="320353564" sldId="262"/>
        </pc:sldMkLst>
        <pc:spChg chg="add mod">
          <ac:chgData name="PLAWERIAN UT" userId="557fa74c2b68a681" providerId="Windows Live" clId="Web-{88A85F5A-2C79-D4C7-91AE-5C8CECACE8BF}" dt="2025-12-26T18:39:21.403" v="376" actId="1076"/>
          <ac:spMkLst>
            <pc:docMk/>
            <pc:sldMk cId="320353564" sldId="262"/>
            <ac:spMk id="3" creationId="{312F1958-FC41-37A9-C8BD-53F02874B43B}"/>
          </ac:spMkLst>
        </pc:spChg>
        <pc:picChg chg="add mod">
          <ac:chgData name="PLAWERIAN UT" userId="557fa74c2b68a681" providerId="Windows Live" clId="Web-{88A85F5A-2C79-D4C7-91AE-5C8CECACE8BF}" dt="2025-12-26T19:42:42.808" v="515"/>
          <ac:picMkLst>
            <pc:docMk/>
            <pc:sldMk cId="320353564" sldId="262"/>
            <ac:picMk id="2" creationId="{EE884355-3B09-A360-78F8-C9B0C07D2674}"/>
          </ac:picMkLst>
        </pc:picChg>
      </pc:sldChg>
      <pc:sldChg chg="new del">
        <pc:chgData name="PLAWERIAN UT" userId="557fa74c2b68a681" providerId="Windows Live" clId="Web-{88A85F5A-2C79-D4C7-91AE-5C8CECACE8BF}" dt="2025-12-26T17:03:59.011" v="333"/>
        <pc:sldMkLst>
          <pc:docMk/>
          <pc:sldMk cId="1321331274" sldId="262"/>
        </pc:sldMkLst>
      </pc:sldChg>
      <pc:sldChg chg="addSp modSp new">
        <pc:chgData name="PLAWERIAN UT" userId="557fa74c2b68a681" providerId="Windows Live" clId="Web-{88A85F5A-2C79-D4C7-91AE-5C8CECACE8BF}" dt="2025-12-26T19:55:56.473" v="598" actId="20577"/>
        <pc:sldMkLst>
          <pc:docMk/>
          <pc:sldMk cId="2587407974" sldId="263"/>
        </pc:sldMkLst>
        <pc:spChg chg="add mod">
          <ac:chgData name="PLAWERIAN UT" userId="557fa74c2b68a681" providerId="Windows Live" clId="Web-{88A85F5A-2C79-D4C7-91AE-5C8CECACE8BF}" dt="2025-12-26T19:55:20.950" v="587" actId="1076"/>
          <ac:spMkLst>
            <pc:docMk/>
            <pc:sldMk cId="2587407974" sldId="263"/>
            <ac:spMk id="2" creationId="{7964D415-E3FA-D46E-7787-BEAED944A8BF}"/>
          </ac:spMkLst>
        </pc:spChg>
        <pc:spChg chg="add mod">
          <ac:chgData name="PLAWERIAN UT" userId="557fa74c2b68a681" providerId="Windows Live" clId="Web-{88A85F5A-2C79-D4C7-91AE-5C8CECACE8BF}" dt="2025-12-26T19:55:56.473" v="598" actId="20577"/>
          <ac:spMkLst>
            <pc:docMk/>
            <pc:sldMk cId="2587407974" sldId="263"/>
            <ac:spMk id="3" creationId="{4E829412-846F-E52A-ECAA-AC3AF357384F}"/>
          </ac:spMkLst>
        </pc:spChg>
      </pc:sldChg>
      <pc:sldMasterChg chg="del delSldLayout">
        <pc:chgData name="PLAWERIAN UT" userId="557fa74c2b68a681" providerId="Windows Live" clId="Web-{88A85F5A-2C79-D4C7-91AE-5C8CECACE8BF}" dt="2025-12-26T14:59:41.752" v="5"/>
        <pc:sldMasterMkLst>
          <pc:docMk/>
          <pc:sldMasterMk cId="3154979492" sldId="2147483648"/>
        </pc:sldMasterMkLst>
        <pc:sldLayoutChg chg="del">
          <pc:chgData name="PLAWERIAN UT" userId="557fa74c2b68a681" providerId="Windows Live" clId="Web-{88A85F5A-2C79-D4C7-91AE-5C8CECACE8BF}" dt="2025-12-26T14:59:41.752" v="5"/>
          <pc:sldLayoutMkLst>
            <pc:docMk/>
            <pc:sldMasterMk cId="3154979492" sldId="2147483648"/>
            <pc:sldLayoutMk cId="161079921" sldId="2147483649"/>
          </pc:sldLayoutMkLst>
        </pc:sldLayoutChg>
        <pc:sldLayoutChg chg="del">
          <pc:chgData name="PLAWERIAN UT" userId="557fa74c2b68a681" providerId="Windows Live" clId="Web-{88A85F5A-2C79-D4C7-91AE-5C8CECACE8BF}" dt="2025-12-26T14:59:41.752" v="5"/>
          <pc:sldLayoutMkLst>
            <pc:docMk/>
            <pc:sldMasterMk cId="3154979492" sldId="2147483648"/>
            <pc:sldLayoutMk cId="2703711724" sldId="2147483650"/>
          </pc:sldLayoutMkLst>
        </pc:sldLayoutChg>
        <pc:sldLayoutChg chg="del">
          <pc:chgData name="PLAWERIAN UT" userId="557fa74c2b68a681" providerId="Windows Live" clId="Web-{88A85F5A-2C79-D4C7-91AE-5C8CECACE8BF}" dt="2025-12-26T14:59:41.752" v="5"/>
          <pc:sldLayoutMkLst>
            <pc:docMk/>
            <pc:sldMasterMk cId="3154979492" sldId="2147483648"/>
            <pc:sldLayoutMk cId="4076369896" sldId="2147483651"/>
          </pc:sldLayoutMkLst>
        </pc:sldLayoutChg>
        <pc:sldLayoutChg chg="del">
          <pc:chgData name="PLAWERIAN UT" userId="557fa74c2b68a681" providerId="Windows Live" clId="Web-{88A85F5A-2C79-D4C7-91AE-5C8CECACE8BF}" dt="2025-12-26T14:59:41.752" v="5"/>
          <pc:sldLayoutMkLst>
            <pc:docMk/>
            <pc:sldMasterMk cId="3154979492" sldId="2147483648"/>
            <pc:sldLayoutMk cId="2625762208" sldId="2147483652"/>
          </pc:sldLayoutMkLst>
        </pc:sldLayoutChg>
        <pc:sldLayoutChg chg="del">
          <pc:chgData name="PLAWERIAN UT" userId="557fa74c2b68a681" providerId="Windows Live" clId="Web-{88A85F5A-2C79-D4C7-91AE-5C8CECACE8BF}" dt="2025-12-26T14:59:41.752" v="5"/>
          <pc:sldLayoutMkLst>
            <pc:docMk/>
            <pc:sldMasterMk cId="3154979492" sldId="2147483648"/>
            <pc:sldLayoutMk cId="188002762" sldId="2147483653"/>
          </pc:sldLayoutMkLst>
        </pc:sldLayoutChg>
        <pc:sldLayoutChg chg="del">
          <pc:chgData name="PLAWERIAN UT" userId="557fa74c2b68a681" providerId="Windows Live" clId="Web-{88A85F5A-2C79-D4C7-91AE-5C8CECACE8BF}" dt="2025-12-26T14:59:41.752" v="5"/>
          <pc:sldLayoutMkLst>
            <pc:docMk/>
            <pc:sldMasterMk cId="3154979492" sldId="2147483648"/>
            <pc:sldLayoutMk cId="2295335545" sldId="2147483654"/>
          </pc:sldLayoutMkLst>
        </pc:sldLayoutChg>
        <pc:sldLayoutChg chg="del">
          <pc:chgData name="PLAWERIAN UT" userId="557fa74c2b68a681" providerId="Windows Live" clId="Web-{88A85F5A-2C79-D4C7-91AE-5C8CECACE8BF}" dt="2025-12-26T14:59:41.752" v="5"/>
          <pc:sldLayoutMkLst>
            <pc:docMk/>
            <pc:sldMasterMk cId="3154979492" sldId="2147483648"/>
            <pc:sldLayoutMk cId="1988754143" sldId="2147483655"/>
          </pc:sldLayoutMkLst>
        </pc:sldLayoutChg>
        <pc:sldLayoutChg chg="del">
          <pc:chgData name="PLAWERIAN UT" userId="557fa74c2b68a681" providerId="Windows Live" clId="Web-{88A85F5A-2C79-D4C7-91AE-5C8CECACE8BF}" dt="2025-12-26T14:59:41.752" v="5"/>
          <pc:sldLayoutMkLst>
            <pc:docMk/>
            <pc:sldMasterMk cId="3154979492" sldId="2147483648"/>
            <pc:sldLayoutMk cId="3665695281" sldId="2147483656"/>
          </pc:sldLayoutMkLst>
        </pc:sldLayoutChg>
        <pc:sldLayoutChg chg="del">
          <pc:chgData name="PLAWERIAN UT" userId="557fa74c2b68a681" providerId="Windows Live" clId="Web-{88A85F5A-2C79-D4C7-91AE-5C8CECACE8BF}" dt="2025-12-26T14:59:41.752" v="5"/>
          <pc:sldLayoutMkLst>
            <pc:docMk/>
            <pc:sldMasterMk cId="3154979492" sldId="2147483648"/>
            <pc:sldLayoutMk cId="2134169247" sldId="2147483657"/>
          </pc:sldLayoutMkLst>
        </pc:sldLayoutChg>
        <pc:sldLayoutChg chg="del">
          <pc:chgData name="PLAWERIAN UT" userId="557fa74c2b68a681" providerId="Windows Live" clId="Web-{88A85F5A-2C79-D4C7-91AE-5C8CECACE8BF}" dt="2025-12-26T14:59:41.752" v="5"/>
          <pc:sldLayoutMkLst>
            <pc:docMk/>
            <pc:sldMasterMk cId="3154979492" sldId="2147483648"/>
            <pc:sldLayoutMk cId="2065727480" sldId="2147483658"/>
          </pc:sldLayoutMkLst>
        </pc:sldLayoutChg>
        <pc:sldLayoutChg chg="del">
          <pc:chgData name="PLAWERIAN UT" userId="557fa74c2b68a681" providerId="Windows Live" clId="Web-{88A85F5A-2C79-D4C7-91AE-5C8CECACE8BF}" dt="2025-12-26T14:59:41.752" v="5"/>
          <pc:sldLayoutMkLst>
            <pc:docMk/>
            <pc:sldMasterMk cId="3154979492" sldId="2147483648"/>
            <pc:sldLayoutMk cId="812261758" sldId="2147483659"/>
          </pc:sldLayoutMkLst>
        </pc:sldLayoutChg>
      </pc:sldMasterChg>
      <pc:sldMasterChg chg="add del addSldLayout delSldLayout modSldLayout">
        <pc:chgData name="PLAWERIAN UT" userId="557fa74c2b68a681" providerId="Windows Live" clId="Web-{88A85F5A-2C79-D4C7-91AE-5C8CECACE8BF}" dt="2025-12-26T14:59:50.190" v="6"/>
        <pc:sldMasterMkLst>
          <pc:docMk/>
          <pc:sldMasterMk cId="4214325525" sldId="2147483660"/>
        </pc:sldMasterMkLst>
        <pc:sldLayoutChg chg="add del mod replId">
          <pc:chgData name="PLAWERIAN UT" userId="557fa74c2b68a681" providerId="Windows Live" clId="Web-{88A85F5A-2C79-D4C7-91AE-5C8CECACE8BF}" dt="2025-12-26T14:59:50.190" v="6"/>
          <pc:sldLayoutMkLst>
            <pc:docMk/>
            <pc:sldMasterMk cId="4214325525" sldId="2147483660"/>
            <pc:sldLayoutMk cId="3389795323" sldId="2147483661"/>
          </pc:sldLayoutMkLst>
        </pc:sldLayoutChg>
        <pc:sldLayoutChg chg="add del mod replId">
          <pc:chgData name="PLAWERIAN UT" userId="557fa74c2b68a681" providerId="Windows Live" clId="Web-{88A85F5A-2C79-D4C7-91AE-5C8CECACE8BF}" dt="2025-12-26T14:59:50.190" v="6"/>
          <pc:sldLayoutMkLst>
            <pc:docMk/>
            <pc:sldMasterMk cId="4214325525" sldId="2147483660"/>
            <pc:sldLayoutMk cId="3352653895" sldId="2147483662"/>
          </pc:sldLayoutMkLst>
        </pc:sldLayoutChg>
        <pc:sldLayoutChg chg="add del mod replId">
          <pc:chgData name="PLAWERIAN UT" userId="557fa74c2b68a681" providerId="Windows Live" clId="Web-{88A85F5A-2C79-D4C7-91AE-5C8CECACE8BF}" dt="2025-12-26T14:59:50.190" v="6"/>
          <pc:sldLayoutMkLst>
            <pc:docMk/>
            <pc:sldMasterMk cId="4214325525" sldId="2147483660"/>
            <pc:sldLayoutMk cId="2771977366" sldId="2147483663"/>
          </pc:sldLayoutMkLst>
        </pc:sldLayoutChg>
        <pc:sldLayoutChg chg="add del mod replId">
          <pc:chgData name="PLAWERIAN UT" userId="557fa74c2b68a681" providerId="Windows Live" clId="Web-{88A85F5A-2C79-D4C7-91AE-5C8CECACE8BF}" dt="2025-12-26T14:59:50.190" v="6"/>
          <pc:sldLayoutMkLst>
            <pc:docMk/>
            <pc:sldMasterMk cId="4214325525" sldId="2147483660"/>
            <pc:sldLayoutMk cId="2844374278" sldId="2147483664"/>
          </pc:sldLayoutMkLst>
        </pc:sldLayoutChg>
        <pc:sldLayoutChg chg="add del mod replId">
          <pc:chgData name="PLAWERIAN UT" userId="557fa74c2b68a681" providerId="Windows Live" clId="Web-{88A85F5A-2C79-D4C7-91AE-5C8CECACE8BF}" dt="2025-12-26T14:59:50.190" v="6"/>
          <pc:sldLayoutMkLst>
            <pc:docMk/>
            <pc:sldMasterMk cId="4214325525" sldId="2147483660"/>
            <pc:sldLayoutMk cId="1176005800" sldId="2147483665"/>
          </pc:sldLayoutMkLst>
        </pc:sldLayoutChg>
        <pc:sldLayoutChg chg="add del mod replId">
          <pc:chgData name="PLAWERIAN UT" userId="557fa74c2b68a681" providerId="Windows Live" clId="Web-{88A85F5A-2C79-D4C7-91AE-5C8CECACE8BF}" dt="2025-12-26T14:59:50.190" v="6"/>
          <pc:sldLayoutMkLst>
            <pc:docMk/>
            <pc:sldMasterMk cId="4214325525" sldId="2147483660"/>
            <pc:sldLayoutMk cId="42152986" sldId="2147483666"/>
          </pc:sldLayoutMkLst>
        </pc:sldLayoutChg>
        <pc:sldLayoutChg chg="add del mod replId">
          <pc:chgData name="PLAWERIAN UT" userId="557fa74c2b68a681" providerId="Windows Live" clId="Web-{88A85F5A-2C79-D4C7-91AE-5C8CECACE8BF}" dt="2025-12-26T14:59:50.190" v="6"/>
          <pc:sldLayoutMkLst>
            <pc:docMk/>
            <pc:sldMasterMk cId="4214325525" sldId="2147483660"/>
            <pc:sldLayoutMk cId="4287322598" sldId="2147483667"/>
          </pc:sldLayoutMkLst>
        </pc:sldLayoutChg>
        <pc:sldLayoutChg chg="add del mod replId">
          <pc:chgData name="PLAWERIAN UT" userId="557fa74c2b68a681" providerId="Windows Live" clId="Web-{88A85F5A-2C79-D4C7-91AE-5C8CECACE8BF}" dt="2025-12-26T14:59:50.190" v="6"/>
          <pc:sldLayoutMkLst>
            <pc:docMk/>
            <pc:sldMasterMk cId="4214325525" sldId="2147483660"/>
            <pc:sldLayoutMk cId="1120404815" sldId="2147483668"/>
          </pc:sldLayoutMkLst>
        </pc:sldLayoutChg>
        <pc:sldLayoutChg chg="add del mod replId">
          <pc:chgData name="PLAWERIAN UT" userId="557fa74c2b68a681" providerId="Windows Live" clId="Web-{88A85F5A-2C79-D4C7-91AE-5C8CECACE8BF}" dt="2025-12-26T14:59:50.190" v="6"/>
          <pc:sldLayoutMkLst>
            <pc:docMk/>
            <pc:sldMasterMk cId="4214325525" sldId="2147483660"/>
            <pc:sldLayoutMk cId="4101815456" sldId="2147483669"/>
          </pc:sldLayoutMkLst>
        </pc:sldLayoutChg>
        <pc:sldLayoutChg chg="add del mod replId">
          <pc:chgData name="PLAWERIAN UT" userId="557fa74c2b68a681" providerId="Windows Live" clId="Web-{88A85F5A-2C79-D4C7-91AE-5C8CECACE8BF}" dt="2025-12-26T14:59:50.190" v="6"/>
          <pc:sldLayoutMkLst>
            <pc:docMk/>
            <pc:sldMasterMk cId="4214325525" sldId="2147483660"/>
            <pc:sldLayoutMk cId="773638162" sldId="2147483670"/>
          </pc:sldLayoutMkLst>
        </pc:sldLayoutChg>
        <pc:sldLayoutChg chg="add del mod replId">
          <pc:chgData name="PLAWERIAN UT" userId="557fa74c2b68a681" providerId="Windows Live" clId="Web-{88A85F5A-2C79-D4C7-91AE-5C8CECACE8BF}" dt="2025-12-26T14:59:50.190" v="6"/>
          <pc:sldLayoutMkLst>
            <pc:docMk/>
            <pc:sldMasterMk cId="4214325525" sldId="2147483660"/>
            <pc:sldLayoutMk cId="3270046450" sldId="2147483671"/>
          </pc:sldLayoutMkLst>
        </pc:sldLayoutChg>
      </pc:sldMasterChg>
      <pc:sldMasterChg chg="add del addSldLayout delSldLayout modSldLayout">
        <pc:chgData name="PLAWERIAN UT" userId="557fa74c2b68a681" providerId="Windows Live" clId="Web-{88A85F5A-2C79-D4C7-91AE-5C8CECACE8BF}" dt="2025-12-26T14:59:53.283" v="7"/>
        <pc:sldMasterMkLst>
          <pc:docMk/>
          <pc:sldMasterMk cId="3327633025" sldId="2147483672"/>
        </pc:sldMasterMkLst>
        <pc:sldLayoutChg chg="add del mod replId">
          <pc:chgData name="PLAWERIAN UT" userId="557fa74c2b68a681" providerId="Windows Live" clId="Web-{88A85F5A-2C79-D4C7-91AE-5C8CECACE8BF}" dt="2025-12-26T14:59:53.283" v="7"/>
          <pc:sldLayoutMkLst>
            <pc:docMk/>
            <pc:sldMasterMk cId="3327633025" sldId="2147483672"/>
            <pc:sldLayoutMk cId="973968338" sldId="2147483673"/>
          </pc:sldLayoutMkLst>
        </pc:sldLayoutChg>
        <pc:sldLayoutChg chg="add del mod replId">
          <pc:chgData name="PLAWERIAN UT" userId="557fa74c2b68a681" providerId="Windows Live" clId="Web-{88A85F5A-2C79-D4C7-91AE-5C8CECACE8BF}" dt="2025-12-26T14:59:53.283" v="7"/>
          <pc:sldLayoutMkLst>
            <pc:docMk/>
            <pc:sldMasterMk cId="3327633025" sldId="2147483672"/>
            <pc:sldLayoutMk cId="844608555" sldId="2147483674"/>
          </pc:sldLayoutMkLst>
        </pc:sldLayoutChg>
        <pc:sldLayoutChg chg="add del mod replId">
          <pc:chgData name="PLAWERIAN UT" userId="557fa74c2b68a681" providerId="Windows Live" clId="Web-{88A85F5A-2C79-D4C7-91AE-5C8CECACE8BF}" dt="2025-12-26T14:59:53.283" v="7"/>
          <pc:sldLayoutMkLst>
            <pc:docMk/>
            <pc:sldMasterMk cId="3327633025" sldId="2147483672"/>
            <pc:sldLayoutMk cId="3615240784" sldId="2147483675"/>
          </pc:sldLayoutMkLst>
        </pc:sldLayoutChg>
        <pc:sldLayoutChg chg="add del mod replId">
          <pc:chgData name="PLAWERIAN UT" userId="557fa74c2b68a681" providerId="Windows Live" clId="Web-{88A85F5A-2C79-D4C7-91AE-5C8CECACE8BF}" dt="2025-12-26T14:59:53.283" v="7"/>
          <pc:sldLayoutMkLst>
            <pc:docMk/>
            <pc:sldMasterMk cId="3327633025" sldId="2147483672"/>
            <pc:sldLayoutMk cId="2498479671" sldId="2147483676"/>
          </pc:sldLayoutMkLst>
        </pc:sldLayoutChg>
        <pc:sldLayoutChg chg="add del mod replId">
          <pc:chgData name="PLAWERIAN UT" userId="557fa74c2b68a681" providerId="Windows Live" clId="Web-{88A85F5A-2C79-D4C7-91AE-5C8CECACE8BF}" dt="2025-12-26T14:59:53.283" v="7"/>
          <pc:sldLayoutMkLst>
            <pc:docMk/>
            <pc:sldMasterMk cId="3327633025" sldId="2147483672"/>
            <pc:sldLayoutMk cId="4054162021" sldId="2147483677"/>
          </pc:sldLayoutMkLst>
        </pc:sldLayoutChg>
        <pc:sldLayoutChg chg="add del mod replId">
          <pc:chgData name="PLAWERIAN UT" userId="557fa74c2b68a681" providerId="Windows Live" clId="Web-{88A85F5A-2C79-D4C7-91AE-5C8CECACE8BF}" dt="2025-12-26T14:59:53.283" v="7"/>
          <pc:sldLayoutMkLst>
            <pc:docMk/>
            <pc:sldMasterMk cId="3327633025" sldId="2147483672"/>
            <pc:sldLayoutMk cId="3309021218" sldId="2147483678"/>
          </pc:sldLayoutMkLst>
        </pc:sldLayoutChg>
        <pc:sldLayoutChg chg="add del mod replId">
          <pc:chgData name="PLAWERIAN UT" userId="557fa74c2b68a681" providerId="Windows Live" clId="Web-{88A85F5A-2C79-D4C7-91AE-5C8CECACE8BF}" dt="2025-12-26T14:59:53.283" v="7"/>
          <pc:sldLayoutMkLst>
            <pc:docMk/>
            <pc:sldMasterMk cId="3327633025" sldId="2147483672"/>
            <pc:sldLayoutMk cId="2872160113" sldId="2147483679"/>
          </pc:sldLayoutMkLst>
        </pc:sldLayoutChg>
        <pc:sldLayoutChg chg="add del mod replId">
          <pc:chgData name="PLAWERIAN UT" userId="557fa74c2b68a681" providerId="Windows Live" clId="Web-{88A85F5A-2C79-D4C7-91AE-5C8CECACE8BF}" dt="2025-12-26T14:59:53.283" v="7"/>
          <pc:sldLayoutMkLst>
            <pc:docMk/>
            <pc:sldMasterMk cId="3327633025" sldId="2147483672"/>
            <pc:sldLayoutMk cId="393866396" sldId="2147483680"/>
          </pc:sldLayoutMkLst>
        </pc:sldLayoutChg>
        <pc:sldLayoutChg chg="add del mod replId">
          <pc:chgData name="PLAWERIAN UT" userId="557fa74c2b68a681" providerId="Windows Live" clId="Web-{88A85F5A-2C79-D4C7-91AE-5C8CECACE8BF}" dt="2025-12-26T14:59:53.283" v="7"/>
          <pc:sldLayoutMkLst>
            <pc:docMk/>
            <pc:sldMasterMk cId="3327633025" sldId="2147483672"/>
            <pc:sldLayoutMk cId="2801033007" sldId="2147483681"/>
          </pc:sldLayoutMkLst>
        </pc:sldLayoutChg>
        <pc:sldLayoutChg chg="add del mod replId">
          <pc:chgData name="PLAWERIAN UT" userId="557fa74c2b68a681" providerId="Windows Live" clId="Web-{88A85F5A-2C79-D4C7-91AE-5C8CECACE8BF}" dt="2025-12-26T14:59:53.283" v="7"/>
          <pc:sldLayoutMkLst>
            <pc:docMk/>
            <pc:sldMasterMk cId="3327633025" sldId="2147483672"/>
            <pc:sldLayoutMk cId="2638688218" sldId="2147483682"/>
          </pc:sldLayoutMkLst>
        </pc:sldLayoutChg>
        <pc:sldLayoutChg chg="add del mod replId">
          <pc:chgData name="PLAWERIAN UT" userId="557fa74c2b68a681" providerId="Windows Live" clId="Web-{88A85F5A-2C79-D4C7-91AE-5C8CECACE8BF}" dt="2025-12-26T14:59:53.283" v="7"/>
          <pc:sldLayoutMkLst>
            <pc:docMk/>
            <pc:sldMasterMk cId="3327633025" sldId="2147483672"/>
            <pc:sldLayoutMk cId="1030067043" sldId="2147483683"/>
          </pc:sldLayoutMkLst>
        </pc:sldLayoutChg>
      </pc:sldMasterChg>
      <pc:sldMasterChg chg="add del addSldLayout delSldLayout modSldLayout">
        <pc:chgData name="PLAWERIAN UT" userId="557fa74c2b68a681" providerId="Windows Live" clId="Web-{88A85F5A-2C79-D4C7-91AE-5C8CECACE8BF}" dt="2025-12-26T14:59:55.361" v="8"/>
        <pc:sldMasterMkLst>
          <pc:docMk/>
          <pc:sldMasterMk cId="2361063973" sldId="2147483684"/>
        </pc:sldMasterMkLst>
        <pc:sldLayoutChg chg="add del mod replId">
          <pc:chgData name="PLAWERIAN UT" userId="557fa74c2b68a681" providerId="Windows Live" clId="Web-{88A85F5A-2C79-D4C7-91AE-5C8CECACE8BF}" dt="2025-12-26T14:59:55.361" v="8"/>
          <pc:sldLayoutMkLst>
            <pc:docMk/>
            <pc:sldMasterMk cId="2361063973" sldId="2147483684"/>
            <pc:sldLayoutMk cId="1875800043" sldId="2147483685"/>
          </pc:sldLayoutMkLst>
        </pc:sldLayoutChg>
        <pc:sldLayoutChg chg="add del mod replId">
          <pc:chgData name="PLAWERIAN UT" userId="557fa74c2b68a681" providerId="Windows Live" clId="Web-{88A85F5A-2C79-D4C7-91AE-5C8CECACE8BF}" dt="2025-12-26T14:59:55.361" v="8"/>
          <pc:sldLayoutMkLst>
            <pc:docMk/>
            <pc:sldMasterMk cId="2361063973" sldId="2147483684"/>
            <pc:sldLayoutMk cId="724196991" sldId="2147483686"/>
          </pc:sldLayoutMkLst>
        </pc:sldLayoutChg>
        <pc:sldLayoutChg chg="add del mod replId">
          <pc:chgData name="PLAWERIAN UT" userId="557fa74c2b68a681" providerId="Windows Live" clId="Web-{88A85F5A-2C79-D4C7-91AE-5C8CECACE8BF}" dt="2025-12-26T14:59:55.361" v="8"/>
          <pc:sldLayoutMkLst>
            <pc:docMk/>
            <pc:sldMasterMk cId="2361063973" sldId="2147483684"/>
            <pc:sldLayoutMk cId="493567109" sldId="2147483687"/>
          </pc:sldLayoutMkLst>
        </pc:sldLayoutChg>
        <pc:sldLayoutChg chg="add del mod replId">
          <pc:chgData name="PLAWERIAN UT" userId="557fa74c2b68a681" providerId="Windows Live" clId="Web-{88A85F5A-2C79-D4C7-91AE-5C8CECACE8BF}" dt="2025-12-26T14:59:55.361" v="8"/>
          <pc:sldLayoutMkLst>
            <pc:docMk/>
            <pc:sldMasterMk cId="2361063973" sldId="2147483684"/>
            <pc:sldLayoutMk cId="1812848713" sldId="2147483688"/>
          </pc:sldLayoutMkLst>
        </pc:sldLayoutChg>
        <pc:sldLayoutChg chg="add del mod replId">
          <pc:chgData name="PLAWERIAN UT" userId="557fa74c2b68a681" providerId="Windows Live" clId="Web-{88A85F5A-2C79-D4C7-91AE-5C8CECACE8BF}" dt="2025-12-26T14:59:55.361" v="8"/>
          <pc:sldLayoutMkLst>
            <pc:docMk/>
            <pc:sldMasterMk cId="2361063973" sldId="2147483684"/>
            <pc:sldLayoutMk cId="861302956" sldId="2147483689"/>
          </pc:sldLayoutMkLst>
        </pc:sldLayoutChg>
        <pc:sldLayoutChg chg="add del mod replId">
          <pc:chgData name="PLAWERIAN UT" userId="557fa74c2b68a681" providerId="Windows Live" clId="Web-{88A85F5A-2C79-D4C7-91AE-5C8CECACE8BF}" dt="2025-12-26T14:59:55.361" v="8"/>
          <pc:sldLayoutMkLst>
            <pc:docMk/>
            <pc:sldMasterMk cId="2361063973" sldId="2147483684"/>
            <pc:sldLayoutMk cId="1249208066" sldId="2147483690"/>
          </pc:sldLayoutMkLst>
        </pc:sldLayoutChg>
        <pc:sldLayoutChg chg="add del mod replId">
          <pc:chgData name="PLAWERIAN UT" userId="557fa74c2b68a681" providerId="Windows Live" clId="Web-{88A85F5A-2C79-D4C7-91AE-5C8CECACE8BF}" dt="2025-12-26T14:59:55.361" v="8"/>
          <pc:sldLayoutMkLst>
            <pc:docMk/>
            <pc:sldMasterMk cId="2361063973" sldId="2147483684"/>
            <pc:sldLayoutMk cId="90667066" sldId="2147483691"/>
          </pc:sldLayoutMkLst>
        </pc:sldLayoutChg>
        <pc:sldLayoutChg chg="add del mod replId">
          <pc:chgData name="PLAWERIAN UT" userId="557fa74c2b68a681" providerId="Windows Live" clId="Web-{88A85F5A-2C79-D4C7-91AE-5C8CECACE8BF}" dt="2025-12-26T14:59:55.361" v="8"/>
          <pc:sldLayoutMkLst>
            <pc:docMk/>
            <pc:sldMasterMk cId="2361063973" sldId="2147483684"/>
            <pc:sldLayoutMk cId="3301786232" sldId="2147483692"/>
          </pc:sldLayoutMkLst>
        </pc:sldLayoutChg>
        <pc:sldLayoutChg chg="add del mod replId">
          <pc:chgData name="PLAWERIAN UT" userId="557fa74c2b68a681" providerId="Windows Live" clId="Web-{88A85F5A-2C79-D4C7-91AE-5C8CECACE8BF}" dt="2025-12-26T14:59:55.361" v="8"/>
          <pc:sldLayoutMkLst>
            <pc:docMk/>
            <pc:sldMasterMk cId="2361063973" sldId="2147483684"/>
            <pc:sldLayoutMk cId="343630087" sldId="2147483693"/>
          </pc:sldLayoutMkLst>
        </pc:sldLayoutChg>
        <pc:sldLayoutChg chg="add del mod replId">
          <pc:chgData name="PLAWERIAN UT" userId="557fa74c2b68a681" providerId="Windows Live" clId="Web-{88A85F5A-2C79-D4C7-91AE-5C8CECACE8BF}" dt="2025-12-26T14:59:55.361" v="8"/>
          <pc:sldLayoutMkLst>
            <pc:docMk/>
            <pc:sldMasterMk cId="2361063973" sldId="2147483684"/>
            <pc:sldLayoutMk cId="845192040" sldId="2147483694"/>
          </pc:sldLayoutMkLst>
        </pc:sldLayoutChg>
        <pc:sldLayoutChg chg="add del mod replId">
          <pc:chgData name="PLAWERIAN UT" userId="557fa74c2b68a681" providerId="Windows Live" clId="Web-{88A85F5A-2C79-D4C7-91AE-5C8CECACE8BF}" dt="2025-12-26T14:59:55.361" v="8"/>
          <pc:sldLayoutMkLst>
            <pc:docMk/>
            <pc:sldMasterMk cId="2361063973" sldId="2147483684"/>
            <pc:sldLayoutMk cId="3071360840" sldId="2147483695"/>
          </pc:sldLayoutMkLst>
        </pc:sldLayoutChg>
      </pc:sldMasterChg>
      <pc:sldMasterChg chg="add del addSldLayout delSldLayout modSldLayout">
        <pc:chgData name="PLAWERIAN UT" userId="557fa74c2b68a681" providerId="Windows Live" clId="Web-{88A85F5A-2C79-D4C7-91AE-5C8CECACE8BF}" dt="2025-12-26T14:59:56.330" v="9"/>
        <pc:sldMasterMkLst>
          <pc:docMk/>
          <pc:sldMasterMk cId="1188466426" sldId="2147483696"/>
        </pc:sldMasterMkLst>
        <pc:sldLayoutChg chg="add del mod replId">
          <pc:chgData name="PLAWERIAN UT" userId="557fa74c2b68a681" providerId="Windows Live" clId="Web-{88A85F5A-2C79-D4C7-91AE-5C8CECACE8BF}" dt="2025-12-26T14:59:56.330" v="9"/>
          <pc:sldLayoutMkLst>
            <pc:docMk/>
            <pc:sldMasterMk cId="1188466426" sldId="2147483696"/>
            <pc:sldLayoutMk cId="2784708213" sldId="2147483697"/>
          </pc:sldLayoutMkLst>
        </pc:sldLayoutChg>
        <pc:sldLayoutChg chg="add del mod replId">
          <pc:chgData name="PLAWERIAN UT" userId="557fa74c2b68a681" providerId="Windows Live" clId="Web-{88A85F5A-2C79-D4C7-91AE-5C8CECACE8BF}" dt="2025-12-26T14:59:56.330" v="9"/>
          <pc:sldLayoutMkLst>
            <pc:docMk/>
            <pc:sldMasterMk cId="1188466426" sldId="2147483696"/>
            <pc:sldLayoutMk cId="4275108967" sldId="2147483698"/>
          </pc:sldLayoutMkLst>
        </pc:sldLayoutChg>
        <pc:sldLayoutChg chg="add del mod replId">
          <pc:chgData name="PLAWERIAN UT" userId="557fa74c2b68a681" providerId="Windows Live" clId="Web-{88A85F5A-2C79-D4C7-91AE-5C8CECACE8BF}" dt="2025-12-26T14:59:56.330" v="9"/>
          <pc:sldLayoutMkLst>
            <pc:docMk/>
            <pc:sldMasterMk cId="1188466426" sldId="2147483696"/>
            <pc:sldLayoutMk cId="3302648258" sldId="2147483699"/>
          </pc:sldLayoutMkLst>
        </pc:sldLayoutChg>
        <pc:sldLayoutChg chg="add del mod replId">
          <pc:chgData name="PLAWERIAN UT" userId="557fa74c2b68a681" providerId="Windows Live" clId="Web-{88A85F5A-2C79-D4C7-91AE-5C8CECACE8BF}" dt="2025-12-26T14:59:56.330" v="9"/>
          <pc:sldLayoutMkLst>
            <pc:docMk/>
            <pc:sldMasterMk cId="1188466426" sldId="2147483696"/>
            <pc:sldLayoutMk cId="767602017" sldId="2147483700"/>
          </pc:sldLayoutMkLst>
        </pc:sldLayoutChg>
        <pc:sldLayoutChg chg="add del mod replId">
          <pc:chgData name="PLAWERIAN UT" userId="557fa74c2b68a681" providerId="Windows Live" clId="Web-{88A85F5A-2C79-D4C7-91AE-5C8CECACE8BF}" dt="2025-12-26T14:59:56.330" v="9"/>
          <pc:sldLayoutMkLst>
            <pc:docMk/>
            <pc:sldMasterMk cId="1188466426" sldId="2147483696"/>
            <pc:sldLayoutMk cId="2351993574" sldId="2147483701"/>
          </pc:sldLayoutMkLst>
        </pc:sldLayoutChg>
        <pc:sldLayoutChg chg="add del mod replId">
          <pc:chgData name="PLAWERIAN UT" userId="557fa74c2b68a681" providerId="Windows Live" clId="Web-{88A85F5A-2C79-D4C7-91AE-5C8CECACE8BF}" dt="2025-12-26T14:59:56.330" v="9"/>
          <pc:sldLayoutMkLst>
            <pc:docMk/>
            <pc:sldMasterMk cId="1188466426" sldId="2147483696"/>
            <pc:sldLayoutMk cId="4233698796" sldId="2147483702"/>
          </pc:sldLayoutMkLst>
        </pc:sldLayoutChg>
        <pc:sldLayoutChg chg="add del mod replId">
          <pc:chgData name="PLAWERIAN UT" userId="557fa74c2b68a681" providerId="Windows Live" clId="Web-{88A85F5A-2C79-D4C7-91AE-5C8CECACE8BF}" dt="2025-12-26T14:59:56.330" v="9"/>
          <pc:sldLayoutMkLst>
            <pc:docMk/>
            <pc:sldMasterMk cId="1188466426" sldId="2147483696"/>
            <pc:sldLayoutMk cId="2890202405" sldId="2147483703"/>
          </pc:sldLayoutMkLst>
        </pc:sldLayoutChg>
        <pc:sldLayoutChg chg="add del mod replId">
          <pc:chgData name="PLAWERIAN UT" userId="557fa74c2b68a681" providerId="Windows Live" clId="Web-{88A85F5A-2C79-D4C7-91AE-5C8CECACE8BF}" dt="2025-12-26T14:59:56.330" v="9"/>
          <pc:sldLayoutMkLst>
            <pc:docMk/>
            <pc:sldMasterMk cId="1188466426" sldId="2147483696"/>
            <pc:sldLayoutMk cId="2877038871" sldId="2147483704"/>
          </pc:sldLayoutMkLst>
        </pc:sldLayoutChg>
        <pc:sldLayoutChg chg="add del mod replId">
          <pc:chgData name="PLAWERIAN UT" userId="557fa74c2b68a681" providerId="Windows Live" clId="Web-{88A85F5A-2C79-D4C7-91AE-5C8CECACE8BF}" dt="2025-12-26T14:59:56.330" v="9"/>
          <pc:sldLayoutMkLst>
            <pc:docMk/>
            <pc:sldMasterMk cId="1188466426" sldId="2147483696"/>
            <pc:sldLayoutMk cId="1961365571" sldId="2147483705"/>
          </pc:sldLayoutMkLst>
        </pc:sldLayoutChg>
        <pc:sldLayoutChg chg="add del mod replId">
          <pc:chgData name="PLAWERIAN UT" userId="557fa74c2b68a681" providerId="Windows Live" clId="Web-{88A85F5A-2C79-D4C7-91AE-5C8CECACE8BF}" dt="2025-12-26T14:59:56.330" v="9"/>
          <pc:sldLayoutMkLst>
            <pc:docMk/>
            <pc:sldMasterMk cId="1188466426" sldId="2147483696"/>
            <pc:sldLayoutMk cId="979852859" sldId="2147483706"/>
          </pc:sldLayoutMkLst>
        </pc:sldLayoutChg>
        <pc:sldLayoutChg chg="add del mod replId">
          <pc:chgData name="PLAWERIAN UT" userId="557fa74c2b68a681" providerId="Windows Live" clId="Web-{88A85F5A-2C79-D4C7-91AE-5C8CECACE8BF}" dt="2025-12-26T14:59:56.330" v="9"/>
          <pc:sldLayoutMkLst>
            <pc:docMk/>
            <pc:sldMasterMk cId="1188466426" sldId="2147483696"/>
            <pc:sldLayoutMk cId="2927234313" sldId="2147483707"/>
          </pc:sldLayoutMkLst>
        </pc:sldLayoutChg>
      </pc:sldMasterChg>
      <pc:sldMasterChg chg="add del addSldLayout delSldLayout modSldLayout">
        <pc:chgData name="PLAWERIAN UT" userId="557fa74c2b68a681" providerId="Windows Live" clId="Web-{88A85F5A-2C79-D4C7-91AE-5C8CECACE8BF}" dt="2025-12-26T15:00:00.080" v="10"/>
        <pc:sldMasterMkLst>
          <pc:docMk/>
          <pc:sldMasterMk cId="3078275836" sldId="2147483708"/>
        </pc:sldMasterMkLst>
        <pc:sldLayoutChg chg="add del mod replId">
          <pc:chgData name="PLAWERIAN UT" userId="557fa74c2b68a681" providerId="Windows Live" clId="Web-{88A85F5A-2C79-D4C7-91AE-5C8CECACE8BF}" dt="2025-12-26T15:00:00.080" v="10"/>
          <pc:sldLayoutMkLst>
            <pc:docMk/>
            <pc:sldMasterMk cId="3078275836" sldId="2147483708"/>
            <pc:sldLayoutMk cId="1948015304" sldId="2147483709"/>
          </pc:sldLayoutMkLst>
        </pc:sldLayoutChg>
        <pc:sldLayoutChg chg="add del mod replId">
          <pc:chgData name="PLAWERIAN UT" userId="557fa74c2b68a681" providerId="Windows Live" clId="Web-{88A85F5A-2C79-D4C7-91AE-5C8CECACE8BF}" dt="2025-12-26T15:00:00.080" v="10"/>
          <pc:sldLayoutMkLst>
            <pc:docMk/>
            <pc:sldMasterMk cId="3078275836" sldId="2147483708"/>
            <pc:sldLayoutMk cId="554246118" sldId="2147483710"/>
          </pc:sldLayoutMkLst>
        </pc:sldLayoutChg>
        <pc:sldLayoutChg chg="add del mod replId">
          <pc:chgData name="PLAWERIAN UT" userId="557fa74c2b68a681" providerId="Windows Live" clId="Web-{88A85F5A-2C79-D4C7-91AE-5C8CECACE8BF}" dt="2025-12-26T15:00:00.080" v="10"/>
          <pc:sldLayoutMkLst>
            <pc:docMk/>
            <pc:sldMasterMk cId="3078275836" sldId="2147483708"/>
            <pc:sldLayoutMk cId="1459397255" sldId="2147483711"/>
          </pc:sldLayoutMkLst>
        </pc:sldLayoutChg>
        <pc:sldLayoutChg chg="add del mod replId">
          <pc:chgData name="PLAWERIAN UT" userId="557fa74c2b68a681" providerId="Windows Live" clId="Web-{88A85F5A-2C79-D4C7-91AE-5C8CECACE8BF}" dt="2025-12-26T15:00:00.080" v="10"/>
          <pc:sldLayoutMkLst>
            <pc:docMk/>
            <pc:sldMasterMk cId="3078275836" sldId="2147483708"/>
            <pc:sldLayoutMk cId="947624478" sldId="2147483712"/>
          </pc:sldLayoutMkLst>
        </pc:sldLayoutChg>
        <pc:sldLayoutChg chg="add del mod replId">
          <pc:chgData name="PLAWERIAN UT" userId="557fa74c2b68a681" providerId="Windows Live" clId="Web-{88A85F5A-2C79-D4C7-91AE-5C8CECACE8BF}" dt="2025-12-26T15:00:00.080" v="10"/>
          <pc:sldLayoutMkLst>
            <pc:docMk/>
            <pc:sldMasterMk cId="3078275836" sldId="2147483708"/>
            <pc:sldLayoutMk cId="4060299767" sldId="2147483713"/>
          </pc:sldLayoutMkLst>
        </pc:sldLayoutChg>
        <pc:sldLayoutChg chg="add del mod replId">
          <pc:chgData name="PLAWERIAN UT" userId="557fa74c2b68a681" providerId="Windows Live" clId="Web-{88A85F5A-2C79-D4C7-91AE-5C8CECACE8BF}" dt="2025-12-26T15:00:00.080" v="10"/>
          <pc:sldLayoutMkLst>
            <pc:docMk/>
            <pc:sldMasterMk cId="3078275836" sldId="2147483708"/>
            <pc:sldLayoutMk cId="619132990" sldId="2147483714"/>
          </pc:sldLayoutMkLst>
        </pc:sldLayoutChg>
        <pc:sldLayoutChg chg="add del mod replId">
          <pc:chgData name="PLAWERIAN UT" userId="557fa74c2b68a681" providerId="Windows Live" clId="Web-{88A85F5A-2C79-D4C7-91AE-5C8CECACE8BF}" dt="2025-12-26T15:00:00.080" v="10"/>
          <pc:sldLayoutMkLst>
            <pc:docMk/>
            <pc:sldMasterMk cId="3078275836" sldId="2147483708"/>
            <pc:sldLayoutMk cId="3618476510" sldId="2147483715"/>
          </pc:sldLayoutMkLst>
        </pc:sldLayoutChg>
        <pc:sldLayoutChg chg="add del mod replId">
          <pc:chgData name="PLAWERIAN UT" userId="557fa74c2b68a681" providerId="Windows Live" clId="Web-{88A85F5A-2C79-D4C7-91AE-5C8CECACE8BF}" dt="2025-12-26T15:00:00.080" v="10"/>
          <pc:sldLayoutMkLst>
            <pc:docMk/>
            <pc:sldMasterMk cId="3078275836" sldId="2147483708"/>
            <pc:sldLayoutMk cId="3516646890" sldId="2147483716"/>
          </pc:sldLayoutMkLst>
        </pc:sldLayoutChg>
        <pc:sldLayoutChg chg="add del mod replId">
          <pc:chgData name="PLAWERIAN UT" userId="557fa74c2b68a681" providerId="Windows Live" clId="Web-{88A85F5A-2C79-D4C7-91AE-5C8CECACE8BF}" dt="2025-12-26T15:00:00.080" v="10"/>
          <pc:sldLayoutMkLst>
            <pc:docMk/>
            <pc:sldMasterMk cId="3078275836" sldId="2147483708"/>
            <pc:sldLayoutMk cId="1660624959" sldId="2147483717"/>
          </pc:sldLayoutMkLst>
        </pc:sldLayoutChg>
        <pc:sldLayoutChg chg="add del mod replId">
          <pc:chgData name="PLAWERIAN UT" userId="557fa74c2b68a681" providerId="Windows Live" clId="Web-{88A85F5A-2C79-D4C7-91AE-5C8CECACE8BF}" dt="2025-12-26T15:00:00.080" v="10"/>
          <pc:sldLayoutMkLst>
            <pc:docMk/>
            <pc:sldMasterMk cId="3078275836" sldId="2147483708"/>
            <pc:sldLayoutMk cId="3574504304" sldId="2147483718"/>
          </pc:sldLayoutMkLst>
        </pc:sldLayoutChg>
        <pc:sldLayoutChg chg="add del mod replId">
          <pc:chgData name="PLAWERIAN UT" userId="557fa74c2b68a681" providerId="Windows Live" clId="Web-{88A85F5A-2C79-D4C7-91AE-5C8CECACE8BF}" dt="2025-12-26T15:00:00.080" v="10"/>
          <pc:sldLayoutMkLst>
            <pc:docMk/>
            <pc:sldMasterMk cId="3078275836" sldId="2147483708"/>
            <pc:sldLayoutMk cId="3747072800" sldId="2147483719"/>
          </pc:sldLayoutMkLst>
        </pc:sldLayoutChg>
      </pc:sldMasterChg>
      <pc:sldMasterChg chg="add del addSldLayout delSldLayout modSldLayout">
        <pc:chgData name="PLAWERIAN UT" userId="557fa74c2b68a681" providerId="Windows Live" clId="Web-{88A85F5A-2C79-D4C7-91AE-5C8CECACE8BF}" dt="2025-12-26T15:00:01.565" v="11"/>
        <pc:sldMasterMkLst>
          <pc:docMk/>
          <pc:sldMasterMk cId="3180635679" sldId="2147483720"/>
        </pc:sldMasterMkLst>
        <pc:sldLayoutChg chg="add del mod replId">
          <pc:chgData name="PLAWERIAN UT" userId="557fa74c2b68a681" providerId="Windows Live" clId="Web-{88A85F5A-2C79-D4C7-91AE-5C8CECACE8BF}" dt="2025-12-26T15:00:01.565" v="11"/>
          <pc:sldLayoutMkLst>
            <pc:docMk/>
            <pc:sldMasterMk cId="3180635679" sldId="2147483720"/>
            <pc:sldLayoutMk cId="2671705707" sldId="2147483721"/>
          </pc:sldLayoutMkLst>
        </pc:sldLayoutChg>
        <pc:sldLayoutChg chg="add del mod replId">
          <pc:chgData name="PLAWERIAN UT" userId="557fa74c2b68a681" providerId="Windows Live" clId="Web-{88A85F5A-2C79-D4C7-91AE-5C8CECACE8BF}" dt="2025-12-26T15:00:01.565" v="11"/>
          <pc:sldLayoutMkLst>
            <pc:docMk/>
            <pc:sldMasterMk cId="3180635679" sldId="2147483720"/>
            <pc:sldLayoutMk cId="238311347" sldId="2147483722"/>
          </pc:sldLayoutMkLst>
        </pc:sldLayoutChg>
        <pc:sldLayoutChg chg="add del mod replId">
          <pc:chgData name="PLAWERIAN UT" userId="557fa74c2b68a681" providerId="Windows Live" clId="Web-{88A85F5A-2C79-D4C7-91AE-5C8CECACE8BF}" dt="2025-12-26T15:00:01.565" v="11"/>
          <pc:sldLayoutMkLst>
            <pc:docMk/>
            <pc:sldMasterMk cId="3180635679" sldId="2147483720"/>
            <pc:sldLayoutMk cId="3338363952" sldId="2147483723"/>
          </pc:sldLayoutMkLst>
        </pc:sldLayoutChg>
        <pc:sldLayoutChg chg="add del mod replId">
          <pc:chgData name="PLAWERIAN UT" userId="557fa74c2b68a681" providerId="Windows Live" clId="Web-{88A85F5A-2C79-D4C7-91AE-5C8CECACE8BF}" dt="2025-12-26T15:00:01.565" v="11"/>
          <pc:sldLayoutMkLst>
            <pc:docMk/>
            <pc:sldMasterMk cId="3180635679" sldId="2147483720"/>
            <pc:sldLayoutMk cId="22004290" sldId="2147483724"/>
          </pc:sldLayoutMkLst>
        </pc:sldLayoutChg>
        <pc:sldLayoutChg chg="add del mod replId">
          <pc:chgData name="PLAWERIAN UT" userId="557fa74c2b68a681" providerId="Windows Live" clId="Web-{88A85F5A-2C79-D4C7-91AE-5C8CECACE8BF}" dt="2025-12-26T15:00:01.565" v="11"/>
          <pc:sldLayoutMkLst>
            <pc:docMk/>
            <pc:sldMasterMk cId="3180635679" sldId="2147483720"/>
            <pc:sldLayoutMk cId="1713054558" sldId="2147483725"/>
          </pc:sldLayoutMkLst>
        </pc:sldLayoutChg>
        <pc:sldLayoutChg chg="add del mod replId">
          <pc:chgData name="PLAWERIAN UT" userId="557fa74c2b68a681" providerId="Windows Live" clId="Web-{88A85F5A-2C79-D4C7-91AE-5C8CECACE8BF}" dt="2025-12-26T15:00:01.565" v="11"/>
          <pc:sldLayoutMkLst>
            <pc:docMk/>
            <pc:sldMasterMk cId="3180635679" sldId="2147483720"/>
            <pc:sldLayoutMk cId="1054583217" sldId="2147483726"/>
          </pc:sldLayoutMkLst>
        </pc:sldLayoutChg>
        <pc:sldLayoutChg chg="add del mod replId">
          <pc:chgData name="PLAWERIAN UT" userId="557fa74c2b68a681" providerId="Windows Live" clId="Web-{88A85F5A-2C79-D4C7-91AE-5C8CECACE8BF}" dt="2025-12-26T15:00:01.565" v="11"/>
          <pc:sldLayoutMkLst>
            <pc:docMk/>
            <pc:sldMasterMk cId="3180635679" sldId="2147483720"/>
            <pc:sldLayoutMk cId="3458098244" sldId="2147483727"/>
          </pc:sldLayoutMkLst>
        </pc:sldLayoutChg>
        <pc:sldLayoutChg chg="add del mod replId">
          <pc:chgData name="PLAWERIAN UT" userId="557fa74c2b68a681" providerId="Windows Live" clId="Web-{88A85F5A-2C79-D4C7-91AE-5C8CECACE8BF}" dt="2025-12-26T15:00:01.565" v="11"/>
          <pc:sldLayoutMkLst>
            <pc:docMk/>
            <pc:sldMasterMk cId="3180635679" sldId="2147483720"/>
            <pc:sldLayoutMk cId="426568902" sldId="2147483728"/>
          </pc:sldLayoutMkLst>
        </pc:sldLayoutChg>
        <pc:sldLayoutChg chg="add del mod replId">
          <pc:chgData name="PLAWERIAN UT" userId="557fa74c2b68a681" providerId="Windows Live" clId="Web-{88A85F5A-2C79-D4C7-91AE-5C8CECACE8BF}" dt="2025-12-26T15:00:01.565" v="11"/>
          <pc:sldLayoutMkLst>
            <pc:docMk/>
            <pc:sldMasterMk cId="3180635679" sldId="2147483720"/>
            <pc:sldLayoutMk cId="4083837514" sldId="2147483729"/>
          </pc:sldLayoutMkLst>
        </pc:sldLayoutChg>
        <pc:sldLayoutChg chg="add del mod replId">
          <pc:chgData name="PLAWERIAN UT" userId="557fa74c2b68a681" providerId="Windows Live" clId="Web-{88A85F5A-2C79-D4C7-91AE-5C8CECACE8BF}" dt="2025-12-26T15:00:01.565" v="11"/>
          <pc:sldLayoutMkLst>
            <pc:docMk/>
            <pc:sldMasterMk cId="3180635679" sldId="2147483720"/>
            <pc:sldLayoutMk cId="4062371952" sldId="2147483730"/>
          </pc:sldLayoutMkLst>
        </pc:sldLayoutChg>
        <pc:sldLayoutChg chg="add del mod replId">
          <pc:chgData name="PLAWERIAN UT" userId="557fa74c2b68a681" providerId="Windows Live" clId="Web-{88A85F5A-2C79-D4C7-91AE-5C8CECACE8BF}" dt="2025-12-26T15:00:01.565" v="11"/>
          <pc:sldLayoutMkLst>
            <pc:docMk/>
            <pc:sldMasterMk cId="3180635679" sldId="2147483720"/>
            <pc:sldLayoutMk cId="3270160105" sldId="2147483731"/>
          </pc:sldLayoutMkLst>
        </pc:sldLayoutChg>
      </pc:sldMasterChg>
      <pc:sldMasterChg chg="add del addSldLayout delSldLayout modSldLayout">
        <pc:chgData name="PLAWERIAN UT" userId="557fa74c2b68a681" providerId="Windows Live" clId="Web-{88A85F5A-2C79-D4C7-91AE-5C8CECACE8BF}" dt="2025-12-26T15:00:02.862" v="12"/>
        <pc:sldMasterMkLst>
          <pc:docMk/>
          <pc:sldMasterMk cId="3773791890" sldId="2147483732"/>
        </pc:sldMasterMkLst>
        <pc:sldLayoutChg chg="add del mod replId">
          <pc:chgData name="PLAWERIAN UT" userId="557fa74c2b68a681" providerId="Windows Live" clId="Web-{88A85F5A-2C79-D4C7-91AE-5C8CECACE8BF}" dt="2025-12-26T15:00:02.862" v="12"/>
          <pc:sldLayoutMkLst>
            <pc:docMk/>
            <pc:sldMasterMk cId="3773791890" sldId="2147483732"/>
            <pc:sldLayoutMk cId="3415046908" sldId="2147483733"/>
          </pc:sldLayoutMkLst>
        </pc:sldLayoutChg>
        <pc:sldLayoutChg chg="add del mod replId">
          <pc:chgData name="PLAWERIAN UT" userId="557fa74c2b68a681" providerId="Windows Live" clId="Web-{88A85F5A-2C79-D4C7-91AE-5C8CECACE8BF}" dt="2025-12-26T15:00:02.862" v="12"/>
          <pc:sldLayoutMkLst>
            <pc:docMk/>
            <pc:sldMasterMk cId="3773791890" sldId="2147483732"/>
            <pc:sldLayoutMk cId="2898904239" sldId="2147483734"/>
          </pc:sldLayoutMkLst>
        </pc:sldLayoutChg>
        <pc:sldLayoutChg chg="add del mod replId">
          <pc:chgData name="PLAWERIAN UT" userId="557fa74c2b68a681" providerId="Windows Live" clId="Web-{88A85F5A-2C79-D4C7-91AE-5C8CECACE8BF}" dt="2025-12-26T15:00:02.862" v="12"/>
          <pc:sldLayoutMkLst>
            <pc:docMk/>
            <pc:sldMasterMk cId="3773791890" sldId="2147483732"/>
            <pc:sldLayoutMk cId="2779886182" sldId="2147483735"/>
          </pc:sldLayoutMkLst>
        </pc:sldLayoutChg>
        <pc:sldLayoutChg chg="add del mod replId">
          <pc:chgData name="PLAWERIAN UT" userId="557fa74c2b68a681" providerId="Windows Live" clId="Web-{88A85F5A-2C79-D4C7-91AE-5C8CECACE8BF}" dt="2025-12-26T15:00:02.862" v="12"/>
          <pc:sldLayoutMkLst>
            <pc:docMk/>
            <pc:sldMasterMk cId="3773791890" sldId="2147483732"/>
            <pc:sldLayoutMk cId="673715221" sldId="2147483736"/>
          </pc:sldLayoutMkLst>
        </pc:sldLayoutChg>
        <pc:sldLayoutChg chg="add del mod replId">
          <pc:chgData name="PLAWERIAN UT" userId="557fa74c2b68a681" providerId="Windows Live" clId="Web-{88A85F5A-2C79-D4C7-91AE-5C8CECACE8BF}" dt="2025-12-26T15:00:02.862" v="12"/>
          <pc:sldLayoutMkLst>
            <pc:docMk/>
            <pc:sldMasterMk cId="3773791890" sldId="2147483732"/>
            <pc:sldLayoutMk cId="2363731431" sldId="2147483737"/>
          </pc:sldLayoutMkLst>
        </pc:sldLayoutChg>
        <pc:sldLayoutChg chg="add del mod replId">
          <pc:chgData name="PLAWERIAN UT" userId="557fa74c2b68a681" providerId="Windows Live" clId="Web-{88A85F5A-2C79-D4C7-91AE-5C8CECACE8BF}" dt="2025-12-26T15:00:02.862" v="12"/>
          <pc:sldLayoutMkLst>
            <pc:docMk/>
            <pc:sldMasterMk cId="3773791890" sldId="2147483732"/>
            <pc:sldLayoutMk cId="619299490" sldId="2147483738"/>
          </pc:sldLayoutMkLst>
        </pc:sldLayoutChg>
        <pc:sldLayoutChg chg="add del mod replId">
          <pc:chgData name="PLAWERIAN UT" userId="557fa74c2b68a681" providerId="Windows Live" clId="Web-{88A85F5A-2C79-D4C7-91AE-5C8CECACE8BF}" dt="2025-12-26T15:00:02.862" v="12"/>
          <pc:sldLayoutMkLst>
            <pc:docMk/>
            <pc:sldMasterMk cId="3773791890" sldId="2147483732"/>
            <pc:sldLayoutMk cId="2790083748" sldId="2147483739"/>
          </pc:sldLayoutMkLst>
        </pc:sldLayoutChg>
        <pc:sldLayoutChg chg="add del mod replId">
          <pc:chgData name="PLAWERIAN UT" userId="557fa74c2b68a681" providerId="Windows Live" clId="Web-{88A85F5A-2C79-D4C7-91AE-5C8CECACE8BF}" dt="2025-12-26T15:00:02.862" v="12"/>
          <pc:sldLayoutMkLst>
            <pc:docMk/>
            <pc:sldMasterMk cId="3773791890" sldId="2147483732"/>
            <pc:sldLayoutMk cId="3012364473" sldId="2147483740"/>
          </pc:sldLayoutMkLst>
        </pc:sldLayoutChg>
        <pc:sldLayoutChg chg="add del mod replId">
          <pc:chgData name="PLAWERIAN UT" userId="557fa74c2b68a681" providerId="Windows Live" clId="Web-{88A85F5A-2C79-D4C7-91AE-5C8CECACE8BF}" dt="2025-12-26T15:00:02.862" v="12"/>
          <pc:sldLayoutMkLst>
            <pc:docMk/>
            <pc:sldMasterMk cId="3773791890" sldId="2147483732"/>
            <pc:sldLayoutMk cId="2343513463" sldId="2147483741"/>
          </pc:sldLayoutMkLst>
        </pc:sldLayoutChg>
        <pc:sldLayoutChg chg="add del mod replId">
          <pc:chgData name="PLAWERIAN UT" userId="557fa74c2b68a681" providerId="Windows Live" clId="Web-{88A85F5A-2C79-D4C7-91AE-5C8CECACE8BF}" dt="2025-12-26T15:00:02.862" v="12"/>
          <pc:sldLayoutMkLst>
            <pc:docMk/>
            <pc:sldMasterMk cId="3773791890" sldId="2147483732"/>
            <pc:sldLayoutMk cId="1403145135" sldId="2147483742"/>
          </pc:sldLayoutMkLst>
        </pc:sldLayoutChg>
        <pc:sldLayoutChg chg="add del mod replId">
          <pc:chgData name="PLAWERIAN UT" userId="557fa74c2b68a681" providerId="Windows Live" clId="Web-{88A85F5A-2C79-D4C7-91AE-5C8CECACE8BF}" dt="2025-12-26T15:00:02.862" v="12"/>
          <pc:sldLayoutMkLst>
            <pc:docMk/>
            <pc:sldMasterMk cId="3773791890" sldId="2147483732"/>
            <pc:sldLayoutMk cId="242577466" sldId="2147483743"/>
          </pc:sldLayoutMkLst>
        </pc:sldLayoutChg>
      </pc:sldMasterChg>
      <pc:sldMasterChg chg="add del addSldLayout delSldLayout modSldLayout">
        <pc:chgData name="PLAWERIAN UT" userId="557fa74c2b68a681" providerId="Windows Live" clId="Web-{88A85F5A-2C79-D4C7-91AE-5C8CECACE8BF}" dt="2025-12-26T15:00:04.002" v="13"/>
        <pc:sldMasterMkLst>
          <pc:docMk/>
          <pc:sldMasterMk cId="2264100207" sldId="2147483744"/>
        </pc:sldMasterMkLst>
        <pc:sldLayoutChg chg="add del mod replId">
          <pc:chgData name="PLAWERIAN UT" userId="557fa74c2b68a681" providerId="Windows Live" clId="Web-{88A85F5A-2C79-D4C7-91AE-5C8CECACE8BF}" dt="2025-12-26T15:00:04.002" v="13"/>
          <pc:sldLayoutMkLst>
            <pc:docMk/>
            <pc:sldMasterMk cId="2264100207" sldId="2147483744"/>
            <pc:sldLayoutMk cId="4275698416" sldId="2147483745"/>
          </pc:sldLayoutMkLst>
        </pc:sldLayoutChg>
        <pc:sldLayoutChg chg="add del mod replId">
          <pc:chgData name="PLAWERIAN UT" userId="557fa74c2b68a681" providerId="Windows Live" clId="Web-{88A85F5A-2C79-D4C7-91AE-5C8CECACE8BF}" dt="2025-12-26T15:00:04.002" v="13"/>
          <pc:sldLayoutMkLst>
            <pc:docMk/>
            <pc:sldMasterMk cId="2264100207" sldId="2147483744"/>
            <pc:sldLayoutMk cId="2315949277" sldId="2147483746"/>
          </pc:sldLayoutMkLst>
        </pc:sldLayoutChg>
        <pc:sldLayoutChg chg="add del mod replId">
          <pc:chgData name="PLAWERIAN UT" userId="557fa74c2b68a681" providerId="Windows Live" clId="Web-{88A85F5A-2C79-D4C7-91AE-5C8CECACE8BF}" dt="2025-12-26T15:00:04.002" v="13"/>
          <pc:sldLayoutMkLst>
            <pc:docMk/>
            <pc:sldMasterMk cId="2264100207" sldId="2147483744"/>
            <pc:sldLayoutMk cId="1440495240" sldId="2147483747"/>
          </pc:sldLayoutMkLst>
        </pc:sldLayoutChg>
        <pc:sldLayoutChg chg="add del mod replId">
          <pc:chgData name="PLAWERIAN UT" userId="557fa74c2b68a681" providerId="Windows Live" clId="Web-{88A85F5A-2C79-D4C7-91AE-5C8CECACE8BF}" dt="2025-12-26T15:00:04.002" v="13"/>
          <pc:sldLayoutMkLst>
            <pc:docMk/>
            <pc:sldMasterMk cId="2264100207" sldId="2147483744"/>
            <pc:sldLayoutMk cId="435094395" sldId="2147483748"/>
          </pc:sldLayoutMkLst>
        </pc:sldLayoutChg>
        <pc:sldLayoutChg chg="add del mod replId">
          <pc:chgData name="PLAWERIAN UT" userId="557fa74c2b68a681" providerId="Windows Live" clId="Web-{88A85F5A-2C79-D4C7-91AE-5C8CECACE8BF}" dt="2025-12-26T15:00:04.002" v="13"/>
          <pc:sldLayoutMkLst>
            <pc:docMk/>
            <pc:sldMasterMk cId="2264100207" sldId="2147483744"/>
            <pc:sldLayoutMk cId="2467828352" sldId="2147483749"/>
          </pc:sldLayoutMkLst>
        </pc:sldLayoutChg>
        <pc:sldLayoutChg chg="add del mod replId">
          <pc:chgData name="PLAWERIAN UT" userId="557fa74c2b68a681" providerId="Windows Live" clId="Web-{88A85F5A-2C79-D4C7-91AE-5C8CECACE8BF}" dt="2025-12-26T15:00:04.002" v="13"/>
          <pc:sldLayoutMkLst>
            <pc:docMk/>
            <pc:sldMasterMk cId="2264100207" sldId="2147483744"/>
            <pc:sldLayoutMk cId="567140948" sldId="2147483750"/>
          </pc:sldLayoutMkLst>
        </pc:sldLayoutChg>
        <pc:sldLayoutChg chg="add del mod replId">
          <pc:chgData name="PLAWERIAN UT" userId="557fa74c2b68a681" providerId="Windows Live" clId="Web-{88A85F5A-2C79-D4C7-91AE-5C8CECACE8BF}" dt="2025-12-26T15:00:04.002" v="13"/>
          <pc:sldLayoutMkLst>
            <pc:docMk/>
            <pc:sldMasterMk cId="2264100207" sldId="2147483744"/>
            <pc:sldLayoutMk cId="340678731" sldId="2147483751"/>
          </pc:sldLayoutMkLst>
        </pc:sldLayoutChg>
        <pc:sldLayoutChg chg="add del mod replId">
          <pc:chgData name="PLAWERIAN UT" userId="557fa74c2b68a681" providerId="Windows Live" clId="Web-{88A85F5A-2C79-D4C7-91AE-5C8CECACE8BF}" dt="2025-12-26T15:00:04.002" v="13"/>
          <pc:sldLayoutMkLst>
            <pc:docMk/>
            <pc:sldMasterMk cId="2264100207" sldId="2147483744"/>
            <pc:sldLayoutMk cId="585340926" sldId="2147483752"/>
          </pc:sldLayoutMkLst>
        </pc:sldLayoutChg>
        <pc:sldLayoutChg chg="add del mod replId">
          <pc:chgData name="PLAWERIAN UT" userId="557fa74c2b68a681" providerId="Windows Live" clId="Web-{88A85F5A-2C79-D4C7-91AE-5C8CECACE8BF}" dt="2025-12-26T15:00:04.002" v="13"/>
          <pc:sldLayoutMkLst>
            <pc:docMk/>
            <pc:sldMasterMk cId="2264100207" sldId="2147483744"/>
            <pc:sldLayoutMk cId="2187100450" sldId="2147483753"/>
          </pc:sldLayoutMkLst>
        </pc:sldLayoutChg>
        <pc:sldLayoutChg chg="add del mod replId">
          <pc:chgData name="PLAWERIAN UT" userId="557fa74c2b68a681" providerId="Windows Live" clId="Web-{88A85F5A-2C79-D4C7-91AE-5C8CECACE8BF}" dt="2025-12-26T15:00:04.002" v="13"/>
          <pc:sldLayoutMkLst>
            <pc:docMk/>
            <pc:sldMasterMk cId="2264100207" sldId="2147483744"/>
            <pc:sldLayoutMk cId="2675748819" sldId="2147483754"/>
          </pc:sldLayoutMkLst>
        </pc:sldLayoutChg>
        <pc:sldLayoutChg chg="add del mod replId">
          <pc:chgData name="PLAWERIAN UT" userId="557fa74c2b68a681" providerId="Windows Live" clId="Web-{88A85F5A-2C79-D4C7-91AE-5C8CECACE8BF}" dt="2025-12-26T15:00:04.002" v="13"/>
          <pc:sldLayoutMkLst>
            <pc:docMk/>
            <pc:sldMasterMk cId="2264100207" sldId="2147483744"/>
            <pc:sldLayoutMk cId="709518204" sldId="2147483755"/>
          </pc:sldLayoutMkLst>
        </pc:sldLayoutChg>
      </pc:sldMasterChg>
      <pc:sldMasterChg chg="add addSldLayout modSldLayout">
        <pc:chgData name="PLAWERIAN UT" userId="557fa74c2b68a681" providerId="Windows Live" clId="Web-{88A85F5A-2C79-D4C7-91AE-5C8CECACE8BF}" dt="2025-12-26T15:00:04.002" v="13"/>
        <pc:sldMasterMkLst>
          <pc:docMk/>
          <pc:sldMasterMk cId="2326958062" sldId="2147483756"/>
        </pc:sldMasterMkLst>
        <pc:sldLayoutChg chg="add mod replId">
          <pc:chgData name="PLAWERIAN UT" userId="557fa74c2b68a681" providerId="Windows Live" clId="Web-{88A85F5A-2C79-D4C7-91AE-5C8CECACE8BF}" dt="2025-12-26T15:00:04.002" v="13"/>
          <pc:sldLayoutMkLst>
            <pc:docMk/>
            <pc:sldMasterMk cId="2326958062" sldId="2147483756"/>
            <pc:sldLayoutMk cId="2814738586" sldId="2147483757"/>
          </pc:sldLayoutMkLst>
        </pc:sldLayoutChg>
        <pc:sldLayoutChg chg="add mod replId">
          <pc:chgData name="PLAWERIAN UT" userId="557fa74c2b68a681" providerId="Windows Live" clId="Web-{88A85F5A-2C79-D4C7-91AE-5C8CECACE8BF}" dt="2025-12-26T15:00:04.002" v="13"/>
          <pc:sldLayoutMkLst>
            <pc:docMk/>
            <pc:sldMasterMk cId="2326958062" sldId="2147483756"/>
            <pc:sldLayoutMk cId="3657940056" sldId="2147483758"/>
          </pc:sldLayoutMkLst>
        </pc:sldLayoutChg>
        <pc:sldLayoutChg chg="add mod replId">
          <pc:chgData name="PLAWERIAN UT" userId="557fa74c2b68a681" providerId="Windows Live" clId="Web-{88A85F5A-2C79-D4C7-91AE-5C8CECACE8BF}" dt="2025-12-26T15:00:04.002" v="13"/>
          <pc:sldLayoutMkLst>
            <pc:docMk/>
            <pc:sldMasterMk cId="2326958062" sldId="2147483756"/>
            <pc:sldLayoutMk cId="2335433098" sldId="2147483759"/>
          </pc:sldLayoutMkLst>
        </pc:sldLayoutChg>
        <pc:sldLayoutChg chg="add mod replId">
          <pc:chgData name="PLAWERIAN UT" userId="557fa74c2b68a681" providerId="Windows Live" clId="Web-{88A85F5A-2C79-D4C7-91AE-5C8CECACE8BF}" dt="2025-12-26T15:00:04.002" v="13"/>
          <pc:sldLayoutMkLst>
            <pc:docMk/>
            <pc:sldMasterMk cId="2326958062" sldId="2147483756"/>
            <pc:sldLayoutMk cId="3471062079" sldId="2147483760"/>
          </pc:sldLayoutMkLst>
        </pc:sldLayoutChg>
        <pc:sldLayoutChg chg="add mod replId">
          <pc:chgData name="PLAWERIAN UT" userId="557fa74c2b68a681" providerId="Windows Live" clId="Web-{88A85F5A-2C79-D4C7-91AE-5C8CECACE8BF}" dt="2025-12-26T15:00:04.002" v="13"/>
          <pc:sldLayoutMkLst>
            <pc:docMk/>
            <pc:sldMasterMk cId="2326958062" sldId="2147483756"/>
            <pc:sldLayoutMk cId="4124589985" sldId="2147483761"/>
          </pc:sldLayoutMkLst>
        </pc:sldLayoutChg>
        <pc:sldLayoutChg chg="add mod replId">
          <pc:chgData name="PLAWERIAN UT" userId="557fa74c2b68a681" providerId="Windows Live" clId="Web-{88A85F5A-2C79-D4C7-91AE-5C8CECACE8BF}" dt="2025-12-26T15:00:04.002" v="13"/>
          <pc:sldLayoutMkLst>
            <pc:docMk/>
            <pc:sldMasterMk cId="2326958062" sldId="2147483756"/>
            <pc:sldLayoutMk cId="1789548274" sldId="2147483762"/>
          </pc:sldLayoutMkLst>
        </pc:sldLayoutChg>
        <pc:sldLayoutChg chg="add mod replId">
          <pc:chgData name="PLAWERIAN UT" userId="557fa74c2b68a681" providerId="Windows Live" clId="Web-{88A85F5A-2C79-D4C7-91AE-5C8CECACE8BF}" dt="2025-12-26T15:00:04.002" v="13"/>
          <pc:sldLayoutMkLst>
            <pc:docMk/>
            <pc:sldMasterMk cId="2326958062" sldId="2147483756"/>
            <pc:sldLayoutMk cId="1658201181" sldId="2147483763"/>
          </pc:sldLayoutMkLst>
        </pc:sldLayoutChg>
        <pc:sldLayoutChg chg="add mod replId">
          <pc:chgData name="PLAWERIAN UT" userId="557fa74c2b68a681" providerId="Windows Live" clId="Web-{88A85F5A-2C79-D4C7-91AE-5C8CECACE8BF}" dt="2025-12-26T15:00:04.002" v="13"/>
          <pc:sldLayoutMkLst>
            <pc:docMk/>
            <pc:sldMasterMk cId="2326958062" sldId="2147483756"/>
            <pc:sldLayoutMk cId="1759521726" sldId="2147483764"/>
          </pc:sldLayoutMkLst>
        </pc:sldLayoutChg>
        <pc:sldLayoutChg chg="add mod replId">
          <pc:chgData name="PLAWERIAN UT" userId="557fa74c2b68a681" providerId="Windows Live" clId="Web-{88A85F5A-2C79-D4C7-91AE-5C8CECACE8BF}" dt="2025-12-26T15:00:04.002" v="13"/>
          <pc:sldLayoutMkLst>
            <pc:docMk/>
            <pc:sldMasterMk cId="2326958062" sldId="2147483756"/>
            <pc:sldLayoutMk cId="3720634484" sldId="2147483765"/>
          </pc:sldLayoutMkLst>
        </pc:sldLayoutChg>
        <pc:sldLayoutChg chg="add mod replId">
          <pc:chgData name="PLAWERIAN UT" userId="557fa74c2b68a681" providerId="Windows Live" clId="Web-{88A85F5A-2C79-D4C7-91AE-5C8CECACE8BF}" dt="2025-12-26T15:00:04.002" v="13"/>
          <pc:sldLayoutMkLst>
            <pc:docMk/>
            <pc:sldMasterMk cId="2326958062" sldId="2147483756"/>
            <pc:sldLayoutMk cId="3607501595" sldId="2147483766"/>
          </pc:sldLayoutMkLst>
        </pc:sldLayoutChg>
        <pc:sldLayoutChg chg="add mod replId">
          <pc:chgData name="PLAWERIAN UT" userId="557fa74c2b68a681" providerId="Windows Live" clId="Web-{88A85F5A-2C79-D4C7-91AE-5C8CECACE8BF}" dt="2025-12-26T15:00:04.002" v="13"/>
          <pc:sldLayoutMkLst>
            <pc:docMk/>
            <pc:sldMasterMk cId="2326958062" sldId="2147483756"/>
            <pc:sldLayoutMk cId="842603161" sldId="2147483767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7B6AF9-C96D-46BA-BDAE-A7452447EAA4}" type="doc">
      <dgm:prSet loTypeId="urn:microsoft.com/office/officeart/2005/8/layout/vProcess5" loCatId="process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255125E-7CD7-4C6B-B81E-9B402ABE26BC}">
      <dgm:prSet/>
      <dgm:spPr/>
      <dgm:t>
        <a:bodyPr/>
        <a:lstStyle/>
        <a:p>
          <a:r>
            <a:rPr lang="en-US" b="1" dirty="0" err="1"/>
            <a:t>Цели</a:t>
          </a:r>
          <a:r>
            <a:rPr lang="en-US" b="1" dirty="0"/>
            <a:t>:</a:t>
          </a:r>
          <a:endParaRPr lang="en-US" dirty="0"/>
        </a:p>
      </dgm:t>
    </dgm:pt>
    <dgm:pt modelId="{5D911982-0ABF-47B0-94F0-4AC469567CE6}" type="parTrans" cxnId="{0EC77368-00F1-4C20-A998-B432330597EA}">
      <dgm:prSet/>
      <dgm:spPr/>
      <dgm:t>
        <a:bodyPr/>
        <a:lstStyle/>
        <a:p>
          <a:endParaRPr lang="en-US"/>
        </a:p>
      </dgm:t>
    </dgm:pt>
    <dgm:pt modelId="{97D3F8DC-0DD2-47C2-A8A4-CE4DB711B67F}" type="sibTrans" cxnId="{0EC77368-00F1-4C20-A998-B432330597EA}">
      <dgm:prSet/>
      <dgm:spPr/>
      <dgm:t>
        <a:bodyPr/>
        <a:lstStyle/>
        <a:p>
          <a:endParaRPr lang="en-US"/>
        </a:p>
      </dgm:t>
    </dgm:pt>
    <dgm:pt modelId="{C25816ED-F05D-4BE2-8A1F-51C8205D0173}">
      <dgm:prSet/>
      <dgm:spPr/>
      <dgm:t>
        <a:bodyPr/>
        <a:lstStyle/>
        <a:p>
          <a:pPr rtl="0"/>
          <a:r>
            <a:rPr lang="en-US" dirty="0" err="1">
              <a:latin typeface="Century Schoolbook" panose="02040604050505020304"/>
            </a:rPr>
            <a:t>Узнать</a:t>
          </a:r>
          <a:r>
            <a:rPr lang="en-US" dirty="0">
              <a:latin typeface="Century Schoolbook" panose="02040604050505020304"/>
            </a:rPr>
            <a:t>, </a:t>
          </a:r>
          <a:r>
            <a:rPr lang="en-US" dirty="0" err="1">
              <a:latin typeface="Century Schoolbook" panose="02040604050505020304"/>
            </a:rPr>
            <a:t>что</a:t>
          </a:r>
          <a:r>
            <a:rPr lang="en-US" dirty="0">
              <a:latin typeface="Century Schoolbook" panose="02040604050505020304"/>
            </a:rPr>
            <a:t> </a:t>
          </a:r>
          <a:r>
            <a:rPr lang="en-US" dirty="0" err="1">
              <a:latin typeface="Century Schoolbook" panose="02040604050505020304"/>
            </a:rPr>
            <a:t>такое</a:t>
          </a:r>
          <a:r>
            <a:rPr lang="en-US" dirty="0"/>
            <a:t> FTP.</a:t>
          </a:r>
        </a:p>
      </dgm:t>
    </dgm:pt>
    <dgm:pt modelId="{636901D8-1BA9-4AA8-8813-E5DF97174D7E}" type="parTrans" cxnId="{887B00E3-9911-4A8A-9782-CE1599489DA9}">
      <dgm:prSet/>
      <dgm:spPr/>
      <dgm:t>
        <a:bodyPr/>
        <a:lstStyle/>
        <a:p>
          <a:endParaRPr lang="en-US"/>
        </a:p>
      </dgm:t>
    </dgm:pt>
    <dgm:pt modelId="{0B61FF3E-3A52-49F9-8442-FC9E50225A2A}" type="sibTrans" cxnId="{887B00E3-9911-4A8A-9782-CE1599489DA9}">
      <dgm:prSet/>
      <dgm:spPr/>
      <dgm:t>
        <a:bodyPr/>
        <a:lstStyle/>
        <a:p>
          <a:endParaRPr lang="en-US"/>
        </a:p>
      </dgm:t>
    </dgm:pt>
    <dgm:pt modelId="{DFFBCF18-7E95-47C3-B30F-7242FA28A648}">
      <dgm:prSet/>
      <dgm:spPr/>
      <dgm:t>
        <a:bodyPr/>
        <a:lstStyle/>
        <a:p>
          <a:pPr rtl="0"/>
          <a:r>
            <a:rPr lang="en-US" dirty="0" err="1">
              <a:latin typeface="Century Schoolbook" panose="02040604050505020304"/>
            </a:rPr>
            <a:t>Разобрать</a:t>
          </a:r>
          <a:r>
            <a:rPr lang="en-US" dirty="0">
              <a:latin typeface="Century Schoolbook" panose="02040604050505020304"/>
            </a:rPr>
            <a:t> </a:t>
          </a:r>
          <a:r>
            <a:rPr lang="en-US" dirty="0" err="1">
              <a:latin typeface="Century Schoolbook" panose="02040604050505020304"/>
            </a:rPr>
            <a:t>проблематику</a:t>
          </a:r>
          <a:r>
            <a:rPr lang="en-US" dirty="0">
              <a:latin typeface="Century Schoolbook" panose="02040604050505020304"/>
            </a:rPr>
            <a:t> </a:t>
          </a:r>
          <a:r>
            <a:rPr lang="en-US" dirty="0" err="1">
              <a:latin typeface="Century Schoolbook" panose="02040604050505020304"/>
            </a:rPr>
            <a:t>проекта</a:t>
          </a:r>
          <a:r>
            <a:rPr lang="en-US" dirty="0"/>
            <a:t>.</a:t>
          </a:r>
        </a:p>
      </dgm:t>
    </dgm:pt>
    <dgm:pt modelId="{DD17E36C-CD5E-4924-A283-BE568CF10E57}" type="parTrans" cxnId="{AB723F22-00CC-4F6D-903D-B00504FE3590}">
      <dgm:prSet/>
      <dgm:spPr/>
      <dgm:t>
        <a:bodyPr/>
        <a:lstStyle/>
        <a:p>
          <a:endParaRPr lang="en-US"/>
        </a:p>
      </dgm:t>
    </dgm:pt>
    <dgm:pt modelId="{2FFDBFC2-681B-4678-9A90-63FFB176C78B}" type="sibTrans" cxnId="{AB723F22-00CC-4F6D-903D-B00504FE3590}">
      <dgm:prSet/>
      <dgm:spPr/>
      <dgm:t>
        <a:bodyPr/>
        <a:lstStyle/>
        <a:p>
          <a:endParaRPr lang="en-US"/>
        </a:p>
      </dgm:t>
    </dgm:pt>
    <dgm:pt modelId="{B5D5929B-387E-49EE-84A8-FD689319C040}">
      <dgm:prSet/>
      <dgm:spPr/>
      <dgm:t>
        <a:bodyPr/>
        <a:lstStyle/>
        <a:p>
          <a:pPr rtl="0"/>
          <a:r>
            <a:rPr lang="en-US" dirty="0" err="1">
              <a:latin typeface="Century Schoolbook" panose="02040604050505020304"/>
            </a:rPr>
            <a:t>Узнать</a:t>
          </a:r>
          <a:r>
            <a:rPr lang="en-US" dirty="0">
              <a:latin typeface="Century Schoolbook" panose="02040604050505020304"/>
            </a:rPr>
            <a:t> </a:t>
          </a:r>
          <a:r>
            <a:rPr lang="en-US" dirty="0" err="1">
              <a:latin typeface="Century Schoolbook" panose="02040604050505020304"/>
            </a:rPr>
            <a:t>преимущества</a:t>
          </a:r>
          <a:r>
            <a:rPr lang="en-US" dirty="0">
              <a:latin typeface="Century Schoolbook" panose="02040604050505020304"/>
            </a:rPr>
            <a:t> FTP-</a:t>
          </a:r>
          <a:r>
            <a:rPr lang="en-US" dirty="0" err="1">
              <a:latin typeface="Century Schoolbook" panose="02040604050505020304"/>
            </a:rPr>
            <a:t>клиента</a:t>
          </a:r>
          <a:r>
            <a:rPr lang="en-US" dirty="0"/>
            <a:t>.</a:t>
          </a:r>
        </a:p>
      </dgm:t>
    </dgm:pt>
    <dgm:pt modelId="{E599AE9E-BEB5-4FE4-A84D-226B3C2A698E}" type="parTrans" cxnId="{D9280D42-044A-4832-88EE-7C5D6DF397F9}">
      <dgm:prSet/>
      <dgm:spPr/>
      <dgm:t>
        <a:bodyPr/>
        <a:lstStyle/>
        <a:p>
          <a:endParaRPr lang="en-US"/>
        </a:p>
      </dgm:t>
    </dgm:pt>
    <dgm:pt modelId="{D59C0BB3-C5BD-4086-8BD0-B6D345991EAA}" type="sibTrans" cxnId="{D9280D42-044A-4832-88EE-7C5D6DF397F9}">
      <dgm:prSet/>
      <dgm:spPr/>
      <dgm:t>
        <a:bodyPr/>
        <a:lstStyle/>
        <a:p>
          <a:endParaRPr lang="en-US"/>
        </a:p>
      </dgm:t>
    </dgm:pt>
    <dgm:pt modelId="{96C2AE8B-C74B-422A-9DE4-C58F5A75AE7F}" type="pres">
      <dgm:prSet presAssocID="{927B6AF9-C96D-46BA-BDAE-A7452447EAA4}" presName="outerComposite" presStyleCnt="0">
        <dgm:presLayoutVars>
          <dgm:chMax val="5"/>
          <dgm:dir/>
          <dgm:resizeHandles val="exact"/>
        </dgm:presLayoutVars>
      </dgm:prSet>
      <dgm:spPr/>
    </dgm:pt>
    <dgm:pt modelId="{BF0E1625-467F-453D-B08A-30BBF5727587}" type="pres">
      <dgm:prSet presAssocID="{927B6AF9-C96D-46BA-BDAE-A7452447EAA4}" presName="dummyMaxCanvas" presStyleCnt="0">
        <dgm:presLayoutVars/>
      </dgm:prSet>
      <dgm:spPr/>
    </dgm:pt>
    <dgm:pt modelId="{2BF81B4D-034D-485D-9D70-1A91193D07AF}" type="pres">
      <dgm:prSet presAssocID="{927B6AF9-C96D-46BA-BDAE-A7452447EAA4}" presName="OneNode_1" presStyleLbl="node1" presStyleIdx="0" presStyleCnt="1">
        <dgm:presLayoutVars>
          <dgm:bulletEnabled val="1"/>
        </dgm:presLayoutVars>
      </dgm:prSet>
      <dgm:spPr/>
    </dgm:pt>
  </dgm:ptLst>
  <dgm:cxnLst>
    <dgm:cxn modelId="{85CC850E-B437-4480-8416-E0325A2060BF}" type="presOf" srcId="{6255125E-7CD7-4C6B-B81E-9B402ABE26BC}" destId="{2BF81B4D-034D-485D-9D70-1A91193D07AF}" srcOrd="0" destOrd="0" presId="urn:microsoft.com/office/officeart/2005/8/layout/vProcess5"/>
    <dgm:cxn modelId="{AB723F22-00CC-4F6D-903D-B00504FE3590}" srcId="{6255125E-7CD7-4C6B-B81E-9B402ABE26BC}" destId="{DFFBCF18-7E95-47C3-B30F-7242FA28A648}" srcOrd="1" destOrd="0" parTransId="{DD17E36C-CD5E-4924-A283-BE568CF10E57}" sibTransId="{2FFDBFC2-681B-4678-9A90-63FFB176C78B}"/>
    <dgm:cxn modelId="{ED0DF327-3471-47B9-A0A7-75613F5D37C4}" type="presOf" srcId="{DFFBCF18-7E95-47C3-B30F-7242FA28A648}" destId="{2BF81B4D-034D-485D-9D70-1A91193D07AF}" srcOrd="0" destOrd="2" presId="urn:microsoft.com/office/officeart/2005/8/layout/vProcess5"/>
    <dgm:cxn modelId="{E17F5C60-9C89-4804-854A-9CDA7433777A}" type="presOf" srcId="{C25816ED-F05D-4BE2-8A1F-51C8205D0173}" destId="{2BF81B4D-034D-485D-9D70-1A91193D07AF}" srcOrd="0" destOrd="1" presId="urn:microsoft.com/office/officeart/2005/8/layout/vProcess5"/>
    <dgm:cxn modelId="{D9280D42-044A-4832-88EE-7C5D6DF397F9}" srcId="{6255125E-7CD7-4C6B-B81E-9B402ABE26BC}" destId="{B5D5929B-387E-49EE-84A8-FD689319C040}" srcOrd="2" destOrd="0" parTransId="{E599AE9E-BEB5-4FE4-A84D-226B3C2A698E}" sibTransId="{D59C0BB3-C5BD-4086-8BD0-B6D345991EAA}"/>
    <dgm:cxn modelId="{0EC77368-00F1-4C20-A998-B432330597EA}" srcId="{927B6AF9-C96D-46BA-BDAE-A7452447EAA4}" destId="{6255125E-7CD7-4C6B-B81E-9B402ABE26BC}" srcOrd="0" destOrd="0" parTransId="{5D911982-0ABF-47B0-94F0-4AC469567CE6}" sibTransId="{97D3F8DC-0DD2-47C2-A8A4-CE4DB711B67F}"/>
    <dgm:cxn modelId="{2BFDA9A0-131B-462E-A17A-5EDE1CC72C1E}" type="presOf" srcId="{B5D5929B-387E-49EE-84A8-FD689319C040}" destId="{2BF81B4D-034D-485D-9D70-1A91193D07AF}" srcOrd="0" destOrd="3" presId="urn:microsoft.com/office/officeart/2005/8/layout/vProcess5"/>
    <dgm:cxn modelId="{6A5C77CE-51A2-4474-91AE-8C8A57A6AC6B}" type="presOf" srcId="{927B6AF9-C96D-46BA-BDAE-A7452447EAA4}" destId="{96C2AE8B-C74B-422A-9DE4-C58F5A75AE7F}" srcOrd="0" destOrd="0" presId="urn:microsoft.com/office/officeart/2005/8/layout/vProcess5"/>
    <dgm:cxn modelId="{887B00E3-9911-4A8A-9782-CE1599489DA9}" srcId="{6255125E-7CD7-4C6B-B81E-9B402ABE26BC}" destId="{C25816ED-F05D-4BE2-8A1F-51C8205D0173}" srcOrd="0" destOrd="0" parTransId="{636901D8-1BA9-4AA8-8813-E5DF97174D7E}" sibTransId="{0B61FF3E-3A52-49F9-8442-FC9E50225A2A}"/>
    <dgm:cxn modelId="{A7EACED2-CD2D-41C3-B491-E7A13234F5CF}" type="presParOf" srcId="{96C2AE8B-C74B-422A-9DE4-C58F5A75AE7F}" destId="{BF0E1625-467F-453D-B08A-30BBF5727587}" srcOrd="0" destOrd="0" presId="urn:microsoft.com/office/officeart/2005/8/layout/vProcess5"/>
    <dgm:cxn modelId="{AA22A7B9-BFDA-417C-98D0-A9BCB9199490}" type="presParOf" srcId="{96C2AE8B-C74B-422A-9DE4-C58F5A75AE7F}" destId="{2BF81B4D-034D-485D-9D70-1A91193D07AF}" srcOrd="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85A37B0-AD36-4727-978E-BD635C15EE43}" type="doc">
      <dgm:prSet loTypeId="urn:microsoft.com/office/officeart/2005/8/layout/default" loCatId="list" qsTypeId="urn:microsoft.com/office/officeart/2005/8/quickstyle/simple2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97E7181-6D12-46F6-B079-81C1A5816738}">
      <dgm:prSet/>
      <dgm:spPr/>
      <dgm:t>
        <a:bodyPr/>
        <a:lstStyle/>
        <a:p>
          <a:r>
            <a:rPr lang="en-US" b="1"/>
            <a:t>Удобство управления файлами:</a:t>
          </a:r>
          <a:r>
            <a:rPr lang="en-US"/>
            <a:t> Позволяет скачивать, загружать, изменять, удалять файлы и папки, а также создавать каталоги на удаленном сервере.</a:t>
          </a:r>
        </a:p>
      </dgm:t>
    </dgm:pt>
    <dgm:pt modelId="{A39F1AAC-17CF-4546-AB1C-2D6A1A304B74}" type="parTrans" cxnId="{127F4F18-E736-4F2B-9642-942A9F80199B}">
      <dgm:prSet/>
      <dgm:spPr/>
      <dgm:t>
        <a:bodyPr/>
        <a:lstStyle/>
        <a:p>
          <a:endParaRPr lang="en-US"/>
        </a:p>
      </dgm:t>
    </dgm:pt>
    <dgm:pt modelId="{355623DD-7638-4BBB-BF1D-63EB1C6CF3F0}" type="sibTrans" cxnId="{127F4F18-E736-4F2B-9642-942A9F80199B}">
      <dgm:prSet/>
      <dgm:spPr/>
      <dgm:t>
        <a:bodyPr/>
        <a:lstStyle/>
        <a:p>
          <a:endParaRPr lang="en-US"/>
        </a:p>
      </dgm:t>
    </dgm:pt>
    <dgm:pt modelId="{E309DA74-C6B5-4149-8E19-11173DDF0EEE}">
      <dgm:prSet/>
      <dgm:spPr/>
      <dgm:t>
        <a:bodyPr/>
        <a:lstStyle/>
        <a:p>
          <a:r>
            <a:rPr lang="en-US" b="1"/>
            <a:t>Скорость и эффективность:</a:t>
          </a:r>
          <a:r>
            <a:rPr lang="en-US"/>
            <a:t> Быстро передает большие объемы данных (аудио, видео, документы) и использует отдельный канал для данных, что быстрее HTTP.</a:t>
          </a:r>
        </a:p>
      </dgm:t>
    </dgm:pt>
    <dgm:pt modelId="{961E42D7-8F01-4DFF-8C22-9CFC272A750C}" type="parTrans" cxnId="{B66EE44D-209E-4148-80E5-4FEA74FD302A}">
      <dgm:prSet/>
      <dgm:spPr/>
      <dgm:t>
        <a:bodyPr/>
        <a:lstStyle/>
        <a:p>
          <a:endParaRPr lang="en-US"/>
        </a:p>
      </dgm:t>
    </dgm:pt>
    <dgm:pt modelId="{CC601C86-FE9A-459F-8C28-A3BB53F4E2BF}" type="sibTrans" cxnId="{B66EE44D-209E-4148-80E5-4FEA74FD302A}">
      <dgm:prSet/>
      <dgm:spPr/>
      <dgm:t>
        <a:bodyPr/>
        <a:lstStyle/>
        <a:p>
          <a:endParaRPr lang="en-US"/>
        </a:p>
      </dgm:t>
    </dgm:pt>
    <dgm:pt modelId="{300460D6-9B38-4824-A523-773F69E98AA4}">
      <dgm:prSet/>
      <dgm:spPr/>
      <dgm:t>
        <a:bodyPr/>
        <a:lstStyle/>
        <a:p>
          <a:r>
            <a:rPr lang="en-US" b="1"/>
            <a:t>Надежность:</a:t>
          </a:r>
          <a:r>
            <a:rPr lang="en-US"/>
            <a:t> Поддерживает возможность восстановления передачи после обрыва соединения.</a:t>
          </a:r>
        </a:p>
      </dgm:t>
    </dgm:pt>
    <dgm:pt modelId="{CFC31CAC-35B3-4A5F-AE2C-E6CED3811F1C}" type="parTrans" cxnId="{7A3D491F-CD79-467F-86AA-85699383E6D2}">
      <dgm:prSet/>
      <dgm:spPr/>
      <dgm:t>
        <a:bodyPr/>
        <a:lstStyle/>
        <a:p>
          <a:endParaRPr lang="en-US"/>
        </a:p>
      </dgm:t>
    </dgm:pt>
    <dgm:pt modelId="{7F6BAC0C-1948-4025-BD91-56367FB4837F}" type="sibTrans" cxnId="{7A3D491F-CD79-467F-86AA-85699383E6D2}">
      <dgm:prSet/>
      <dgm:spPr/>
      <dgm:t>
        <a:bodyPr/>
        <a:lstStyle/>
        <a:p>
          <a:endParaRPr lang="en-US"/>
        </a:p>
      </dgm:t>
    </dgm:pt>
    <dgm:pt modelId="{71F372DB-A7C3-45CD-8AE7-3E8BC78B68ED}">
      <dgm:prSet/>
      <dgm:spPr/>
      <dgm:t>
        <a:bodyPr/>
        <a:lstStyle/>
        <a:p>
          <a:r>
            <a:rPr lang="en-US" b="1"/>
            <a:t>Простота:</a:t>
          </a:r>
          <a:r>
            <a:rPr lang="en-US"/>
            <a:t> Имеет множество бесплатных и интуитивно понятных клиентов (FileZilla, WinSCP).</a:t>
          </a:r>
        </a:p>
      </dgm:t>
    </dgm:pt>
    <dgm:pt modelId="{9B74B5AB-6E07-4422-BA1D-EB5C90A538DF}" type="parTrans" cxnId="{7F728AF0-A72D-47FE-BA2A-B171C9609CAD}">
      <dgm:prSet/>
      <dgm:spPr/>
      <dgm:t>
        <a:bodyPr/>
        <a:lstStyle/>
        <a:p>
          <a:endParaRPr lang="en-US"/>
        </a:p>
      </dgm:t>
    </dgm:pt>
    <dgm:pt modelId="{14DC71FD-DB43-41F4-A578-20556C4493BA}" type="sibTrans" cxnId="{7F728AF0-A72D-47FE-BA2A-B171C9609CAD}">
      <dgm:prSet/>
      <dgm:spPr/>
      <dgm:t>
        <a:bodyPr/>
        <a:lstStyle/>
        <a:p>
          <a:endParaRPr lang="en-US"/>
        </a:p>
      </dgm:t>
    </dgm:pt>
    <dgm:pt modelId="{393D25B5-9231-40F3-84C0-BD7F94B1597A}">
      <dgm:prSet/>
      <dgm:spPr/>
      <dgm:t>
        <a:bodyPr/>
        <a:lstStyle/>
        <a:p>
          <a:r>
            <a:rPr lang="en-US" b="1"/>
            <a:t>Управление доступом:</a:t>
          </a:r>
          <a:r>
            <a:rPr lang="en-US"/>
            <a:t> Позволяет создавать пользователей, управлять их правами и закрывать доступ к файлам.</a:t>
          </a:r>
        </a:p>
      </dgm:t>
    </dgm:pt>
    <dgm:pt modelId="{D06B38C9-0397-4329-A0D5-17B32E6C0765}" type="parTrans" cxnId="{E8A7E8E1-E071-4942-9495-C3F714E80BEA}">
      <dgm:prSet/>
      <dgm:spPr/>
      <dgm:t>
        <a:bodyPr/>
        <a:lstStyle/>
        <a:p>
          <a:endParaRPr lang="en-US"/>
        </a:p>
      </dgm:t>
    </dgm:pt>
    <dgm:pt modelId="{4A3501EF-2FF5-4FC6-8D06-A938A4E52F54}" type="sibTrans" cxnId="{E8A7E8E1-E071-4942-9495-C3F714E80BEA}">
      <dgm:prSet/>
      <dgm:spPr/>
      <dgm:t>
        <a:bodyPr/>
        <a:lstStyle/>
        <a:p>
          <a:endParaRPr lang="en-US"/>
        </a:p>
      </dgm:t>
    </dgm:pt>
    <dgm:pt modelId="{8AE359AF-A786-4A51-846D-DE9ADF6C278F}">
      <dgm:prSet/>
      <dgm:spPr/>
      <dgm:t>
        <a:bodyPr/>
        <a:lstStyle/>
        <a:p>
          <a:r>
            <a:rPr lang="en-US" b="1"/>
            <a:t>Универсальность:</a:t>
          </a:r>
          <a:r>
            <a:rPr lang="en-US"/>
            <a:t> Поддерживается практически всеми операционными системами. </a:t>
          </a:r>
        </a:p>
      </dgm:t>
    </dgm:pt>
    <dgm:pt modelId="{C630A2E7-4B35-4CAD-8148-60D6F5791EE7}" type="parTrans" cxnId="{90D0D4DF-F670-44B1-81A0-B8728B8BEAA5}">
      <dgm:prSet/>
      <dgm:spPr/>
      <dgm:t>
        <a:bodyPr/>
        <a:lstStyle/>
        <a:p>
          <a:endParaRPr lang="en-US"/>
        </a:p>
      </dgm:t>
    </dgm:pt>
    <dgm:pt modelId="{D1066EEF-9D69-46AE-A543-BDAD110160F7}" type="sibTrans" cxnId="{90D0D4DF-F670-44B1-81A0-B8728B8BEAA5}">
      <dgm:prSet/>
      <dgm:spPr/>
      <dgm:t>
        <a:bodyPr/>
        <a:lstStyle/>
        <a:p>
          <a:endParaRPr lang="en-US"/>
        </a:p>
      </dgm:t>
    </dgm:pt>
    <dgm:pt modelId="{D05435EC-8CB2-4084-A459-CA258D07C4D4}" type="pres">
      <dgm:prSet presAssocID="{585A37B0-AD36-4727-978E-BD635C15EE43}" presName="diagram" presStyleCnt="0">
        <dgm:presLayoutVars>
          <dgm:dir/>
          <dgm:resizeHandles val="exact"/>
        </dgm:presLayoutVars>
      </dgm:prSet>
      <dgm:spPr/>
    </dgm:pt>
    <dgm:pt modelId="{91F41098-1C34-4B49-9809-BE18DD2E7907}" type="pres">
      <dgm:prSet presAssocID="{297E7181-6D12-46F6-B079-81C1A5816738}" presName="node" presStyleLbl="node1" presStyleIdx="0" presStyleCnt="6">
        <dgm:presLayoutVars>
          <dgm:bulletEnabled val="1"/>
        </dgm:presLayoutVars>
      </dgm:prSet>
      <dgm:spPr/>
    </dgm:pt>
    <dgm:pt modelId="{4624DB19-B8C8-4BED-A2DD-B3A8A9488C92}" type="pres">
      <dgm:prSet presAssocID="{355623DD-7638-4BBB-BF1D-63EB1C6CF3F0}" presName="sibTrans" presStyleCnt="0"/>
      <dgm:spPr/>
    </dgm:pt>
    <dgm:pt modelId="{2432EA64-041A-479A-8C2A-A48DB1CF76FB}" type="pres">
      <dgm:prSet presAssocID="{E309DA74-C6B5-4149-8E19-11173DDF0EEE}" presName="node" presStyleLbl="node1" presStyleIdx="1" presStyleCnt="6">
        <dgm:presLayoutVars>
          <dgm:bulletEnabled val="1"/>
        </dgm:presLayoutVars>
      </dgm:prSet>
      <dgm:spPr/>
    </dgm:pt>
    <dgm:pt modelId="{08382137-74DE-4B9C-B2ED-EA2A129EF61B}" type="pres">
      <dgm:prSet presAssocID="{CC601C86-FE9A-459F-8C28-A3BB53F4E2BF}" presName="sibTrans" presStyleCnt="0"/>
      <dgm:spPr/>
    </dgm:pt>
    <dgm:pt modelId="{89485E77-2302-44C9-9BF3-AD26A96429A8}" type="pres">
      <dgm:prSet presAssocID="{300460D6-9B38-4824-A523-773F69E98AA4}" presName="node" presStyleLbl="node1" presStyleIdx="2" presStyleCnt="6">
        <dgm:presLayoutVars>
          <dgm:bulletEnabled val="1"/>
        </dgm:presLayoutVars>
      </dgm:prSet>
      <dgm:spPr/>
    </dgm:pt>
    <dgm:pt modelId="{63C11A1C-3633-4B4D-BDCC-220B3D021296}" type="pres">
      <dgm:prSet presAssocID="{7F6BAC0C-1948-4025-BD91-56367FB4837F}" presName="sibTrans" presStyleCnt="0"/>
      <dgm:spPr/>
    </dgm:pt>
    <dgm:pt modelId="{D6805B85-70BF-4E37-8B87-4E28F44B60F0}" type="pres">
      <dgm:prSet presAssocID="{71F372DB-A7C3-45CD-8AE7-3E8BC78B68ED}" presName="node" presStyleLbl="node1" presStyleIdx="3" presStyleCnt="6">
        <dgm:presLayoutVars>
          <dgm:bulletEnabled val="1"/>
        </dgm:presLayoutVars>
      </dgm:prSet>
      <dgm:spPr/>
    </dgm:pt>
    <dgm:pt modelId="{C168ACDB-21DD-48CB-A00F-9010110C276C}" type="pres">
      <dgm:prSet presAssocID="{14DC71FD-DB43-41F4-A578-20556C4493BA}" presName="sibTrans" presStyleCnt="0"/>
      <dgm:spPr/>
    </dgm:pt>
    <dgm:pt modelId="{3B762C2A-B0F0-4681-8684-0A214903C391}" type="pres">
      <dgm:prSet presAssocID="{393D25B5-9231-40F3-84C0-BD7F94B1597A}" presName="node" presStyleLbl="node1" presStyleIdx="4" presStyleCnt="6">
        <dgm:presLayoutVars>
          <dgm:bulletEnabled val="1"/>
        </dgm:presLayoutVars>
      </dgm:prSet>
      <dgm:spPr/>
    </dgm:pt>
    <dgm:pt modelId="{B50D8322-20BB-4262-B24E-F6E79C8435FC}" type="pres">
      <dgm:prSet presAssocID="{4A3501EF-2FF5-4FC6-8D06-A938A4E52F54}" presName="sibTrans" presStyleCnt="0"/>
      <dgm:spPr/>
    </dgm:pt>
    <dgm:pt modelId="{FFEC9FA3-A0F9-4CE4-8151-58D5B1EE4287}" type="pres">
      <dgm:prSet presAssocID="{8AE359AF-A786-4A51-846D-DE9ADF6C278F}" presName="node" presStyleLbl="node1" presStyleIdx="5" presStyleCnt="6">
        <dgm:presLayoutVars>
          <dgm:bulletEnabled val="1"/>
        </dgm:presLayoutVars>
      </dgm:prSet>
      <dgm:spPr/>
    </dgm:pt>
  </dgm:ptLst>
  <dgm:cxnLst>
    <dgm:cxn modelId="{127F4F18-E736-4F2B-9642-942A9F80199B}" srcId="{585A37B0-AD36-4727-978E-BD635C15EE43}" destId="{297E7181-6D12-46F6-B079-81C1A5816738}" srcOrd="0" destOrd="0" parTransId="{A39F1AAC-17CF-4546-AB1C-2D6A1A304B74}" sibTransId="{355623DD-7638-4BBB-BF1D-63EB1C6CF3F0}"/>
    <dgm:cxn modelId="{7A3D491F-CD79-467F-86AA-85699383E6D2}" srcId="{585A37B0-AD36-4727-978E-BD635C15EE43}" destId="{300460D6-9B38-4824-A523-773F69E98AA4}" srcOrd="2" destOrd="0" parTransId="{CFC31CAC-35B3-4A5F-AE2C-E6CED3811F1C}" sibTransId="{7F6BAC0C-1948-4025-BD91-56367FB4837F}"/>
    <dgm:cxn modelId="{1E05D828-3605-4344-8A8A-B89C940E06C5}" type="presOf" srcId="{585A37B0-AD36-4727-978E-BD635C15EE43}" destId="{D05435EC-8CB2-4084-A459-CA258D07C4D4}" srcOrd="0" destOrd="0" presId="urn:microsoft.com/office/officeart/2005/8/layout/default"/>
    <dgm:cxn modelId="{AA4EC148-FCB9-48CE-B1F6-01543346A6A8}" type="presOf" srcId="{71F372DB-A7C3-45CD-8AE7-3E8BC78B68ED}" destId="{D6805B85-70BF-4E37-8B87-4E28F44B60F0}" srcOrd="0" destOrd="0" presId="urn:microsoft.com/office/officeart/2005/8/layout/default"/>
    <dgm:cxn modelId="{B66EE44D-209E-4148-80E5-4FEA74FD302A}" srcId="{585A37B0-AD36-4727-978E-BD635C15EE43}" destId="{E309DA74-C6B5-4149-8E19-11173DDF0EEE}" srcOrd="1" destOrd="0" parTransId="{961E42D7-8F01-4DFF-8C22-9CFC272A750C}" sibTransId="{CC601C86-FE9A-459F-8C28-A3BB53F4E2BF}"/>
    <dgm:cxn modelId="{4C424B8C-B4E8-4EF8-A02E-A6984F406C32}" type="presOf" srcId="{393D25B5-9231-40F3-84C0-BD7F94B1597A}" destId="{3B762C2A-B0F0-4681-8684-0A214903C391}" srcOrd="0" destOrd="0" presId="urn:microsoft.com/office/officeart/2005/8/layout/default"/>
    <dgm:cxn modelId="{AD89E98D-4E4F-4226-AD68-A78C4ECA6A17}" type="presOf" srcId="{300460D6-9B38-4824-A523-773F69E98AA4}" destId="{89485E77-2302-44C9-9BF3-AD26A96429A8}" srcOrd="0" destOrd="0" presId="urn:microsoft.com/office/officeart/2005/8/layout/default"/>
    <dgm:cxn modelId="{C6C328C8-1156-46F6-A035-CEA3E1706F33}" type="presOf" srcId="{297E7181-6D12-46F6-B079-81C1A5816738}" destId="{91F41098-1C34-4B49-9809-BE18DD2E7907}" srcOrd="0" destOrd="0" presId="urn:microsoft.com/office/officeart/2005/8/layout/default"/>
    <dgm:cxn modelId="{90D0D4DF-F670-44B1-81A0-B8728B8BEAA5}" srcId="{585A37B0-AD36-4727-978E-BD635C15EE43}" destId="{8AE359AF-A786-4A51-846D-DE9ADF6C278F}" srcOrd="5" destOrd="0" parTransId="{C630A2E7-4B35-4CAD-8148-60D6F5791EE7}" sibTransId="{D1066EEF-9D69-46AE-A543-BDAD110160F7}"/>
    <dgm:cxn modelId="{E8A7E8E1-E071-4942-9495-C3F714E80BEA}" srcId="{585A37B0-AD36-4727-978E-BD635C15EE43}" destId="{393D25B5-9231-40F3-84C0-BD7F94B1597A}" srcOrd="4" destOrd="0" parTransId="{D06B38C9-0397-4329-A0D5-17B32E6C0765}" sibTransId="{4A3501EF-2FF5-4FC6-8D06-A938A4E52F54}"/>
    <dgm:cxn modelId="{BBB241E9-51A8-435C-8A3F-E7425AA44E06}" type="presOf" srcId="{8AE359AF-A786-4A51-846D-DE9ADF6C278F}" destId="{FFEC9FA3-A0F9-4CE4-8151-58D5B1EE4287}" srcOrd="0" destOrd="0" presId="urn:microsoft.com/office/officeart/2005/8/layout/default"/>
    <dgm:cxn modelId="{7F728AF0-A72D-47FE-BA2A-B171C9609CAD}" srcId="{585A37B0-AD36-4727-978E-BD635C15EE43}" destId="{71F372DB-A7C3-45CD-8AE7-3E8BC78B68ED}" srcOrd="3" destOrd="0" parTransId="{9B74B5AB-6E07-4422-BA1D-EB5C90A538DF}" sibTransId="{14DC71FD-DB43-41F4-A578-20556C4493BA}"/>
    <dgm:cxn modelId="{EFFF50F6-D9B9-493A-B9FF-D37F90C3C9BB}" type="presOf" srcId="{E309DA74-C6B5-4149-8E19-11173DDF0EEE}" destId="{2432EA64-041A-479A-8C2A-A48DB1CF76FB}" srcOrd="0" destOrd="0" presId="urn:microsoft.com/office/officeart/2005/8/layout/default"/>
    <dgm:cxn modelId="{2F934CCA-AB76-492F-8546-A8814C675CB2}" type="presParOf" srcId="{D05435EC-8CB2-4084-A459-CA258D07C4D4}" destId="{91F41098-1C34-4B49-9809-BE18DD2E7907}" srcOrd="0" destOrd="0" presId="urn:microsoft.com/office/officeart/2005/8/layout/default"/>
    <dgm:cxn modelId="{BBBED7C7-275F-48B3-B4E7-446F5B2FFB06}" type="presParOf" srcId="{D05435EC-8CB2-4084-A459-CA258D07C4D4}" destId="{4624DB19-B8C8-4BED-A2DD-B3A8A9488C92}" srcOrd="1" destOrd="0" presId="urn:microsoft.com/office/officeart/2005/8/layout/default"/>
    <dgm:cxn modelId="{4731F462-3E73-4F2D-96F7-DC0D7115E192}" type="presParOf" srcId="{D05435EC-8CB2-4084-A459-CA258D07C4D4}" destId="{2432EA64-041A-479A-8C2A-A48DB1CF76FB}" srcOrd="2" destOrd="0" presId="urn:microsoft.com/office/officeart/2005/8/layout/default"/>
    <dgm:cxn modelId="{0EBD71C0-942E-44D2-98DD-EC333C992748}" type="presParOf" srcId="{D05435EC-8CB2-4084-A459-CA258D07C4D4}" destId="{08382137-74DE-4B9C-B2ED-EA2A129EF61B}" srcOrd="3" destOrd="0" presId="urn:microsoft.com/office/officeart/2005/8/layout/default"/>
    <dgm:cxn modelId="{C8AAC940-0E4B-400B-8321-798BD6FDF57E}" type="presParOf" srcId="{D05435EC-8CB2-4084-A459-CA258D07C4D4}" destId="{89485E77-2302-44C9-9BF3-AD26A96429A8}" srcOrd="4" destOrd="0" presId="urn:microsoft.com/office/officeart/2005/8/layout/default"/>
    <dgm:cxn modelId="{23029CAE-B07C-49B7-90CC-212691B8615C}" type="presParOf" srcId="{D05435EC-8CB2-4084-A459-CA258D07C4D4}" destId="{63C11A1C-3633-4B4D-BDCC-220B3D021296}" srcOrd="5" destOrd="0" presId="urn:microsoft.com/office/officeart/2005/8/layout/default"/>
    <dgm:cxn modelId="{7FB0DDB0-A21B-4BDF-B6FB-69F3EAD0A6F9}" type="presParOf" srcId="{D05435EC-8CB2-4084-A459-CA258D07C4D4}" destId="{D6805B85-70BF-4E37-8B87-4E28F44B60F0}" srcOrd="6" destOrd="0" presId="urn:microsoft.com/office/officeart/2005/8/layout/default"/>
    <dgm:cxn modelId="{1D164560-4B8C-484C-A0FC-F50A10B31D98}" type="presParOf" srcId="{D05435EC-8CB2-4084-A459-CA258D07C4D4}" destId="{C168ACDB-21DD-48CB-A00F-9010110C276C}" srcOrd="7" destOrd="0" presId="urn:microsoft.com/office/officeart/2005/8/layout/default"/>
    <dgm:cxn modelId="{9AAD5ECD-DB1C-466D-8F95-6F7D9EF13761}" type="presParOf" srcId="{D05435EC-8CB2-4084-A459-CA258D07C4D4}" destId="{3B762C2A-B0F0-4681-8684-0A214903C391}" srcOrd="8" destOrd="0" presId="urn:microsoft.com/office/officeart/2005/8/layout/default"/>
    <dgm:cxn modelId="{B3D4086B-4257-4AAE-B094-30CFA0CFFDAA}" type="presParOf" srcId="{D05435EC-8CB2-4084-A459-CA258D07C4D4}" destId="{B50D8322-20BB-4262-B24E-F6E79C8435FC}" srcOrd="9" destOrd="0" presId="urn:microsoft.com/office/officeart/2005/8/layout/default"/>
    <dgm:cxn modelId="{F25C2A4F-6832-490D-A1FE-57B67538DA7F}" type="presParOf" srcId="{D05435EC-8CB2-4084-A459-CA258D07C4D4}" destId="{FFEC9FA3-A0F9-4CE4-8151-58D5B1EE4287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F81B4D-034D-485D-9D70-1A91193D07AF}">
      <dsp:nvSpPr>
        <dsp:cNvPr id="0" name=""/>
        <dsp:cNvSpPr/>
      </dsp:nvSpPr>
      <dsp:spPr>
        <a:xfrm>
          <a:off x="0" y="924194"/>
          <a:ext cx="10036322" cy="184838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 err="1"/>
            <a:t>Цели</a:t>
          </a:r>
          <a:r>
            <a:rPr lang="en-US" sz="2700" b="1" kern="1200" dirty="0"/>
            <a:t>:</a:t>
          </a:r>
          <a:endParaRPr lang="en-US" sz="2700" kern="1200" dirty="0"/>
        </a:p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 err="1">
              <a:latin typeface="Century Schoolbook" panose="02040604050505020304"/>
            </a:rPr>
            <a:t>Узнать</a:t>
          </a:r>
          <a:r>
            <a:rPr lang="en-US" sz="2100" kern="1200" dirty="0">
              <a:latin typeface="Century Schoolbook" panose="02040604050505020304"/>
            </a:rPr>
            <a:t>, </a:t>
          </a:r>
          <a:r>
            <a:rPr lang="en-US" sz="2100" kern="1200" dirty="0" err="1">
              <a:latin typeface="Century Schoolbook" panose="02040604050505020304"/>
            </a:rPr>
            <a:t>что</a:t>
          </a:r>
          <a:r>
            <a:rPr lang="en-US" sz="2100" kern="1200" dirty="0">
              <a:latin typeface="Century Schoolbook" panose="02040604050505020304"/>
            </a:rPr>
            <a:t> </a:t>
          </a:r>
          <a:r>
            <a:rPr lang="en-US" sz="2100" kern="1200" dirty="0" err="1">
              <a:latin typeface="Century Schoolbook" panose="02040604050505020304"/>
            </a:rPr>
            <a:t>такое</a:t>
          </a:r>
          <a:r>
            <a:rPr lang="en-US" sz="2100" kern="1200" dirty="0"/>
            <a:t> FTP.</a:t>
          </a:r>
        </a:p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 err="1">
              <a:latin typeface="Century Schoolbook" panose="02040604050505020304"/>
            </a:rPr>
            <a:t>Разобрать</a:t>
          </a:r>
          <a:r>
            <a:rPr lang="en-US" sz="2100" kern="1200" dirty="0">
              <a:latin typeface="Century Schoolbook" panose="02040604050505020304"/>
            </a:rPr>
            <a:t> </a:t>
          </a:r>
          <a:r>
            <a:rPr lang="en-US" sz="2100" kern="1200" dirty="0" err="1">
              <a:latin typeface="Century Schoolbook" panose="02040604050505020304"/>
            </a:rPr>
            <a:t>проблематику</a:t>
          </a:r>
          <a:r>
            <a:rPr lang="en-US" sz="2100" kern="1200" dirty="0">
              <a:latin typeface="Century Schoolbook" panose="02040604050505020304"/>
            </a:rPr>
            <a:t> </a:t>
          </a:r>
          <a:r>
            <a:rPr lang="en-US" sz="2100" kern="1200" dirty="0" err="1">
              <a:latin typeface="Century Schoolbook" panose="02040604050505020304"/>
            </a:rPr>
            <a:t>проекта</a:t>
          </a:r>
          <a:r>
            <a:rPr lang="en-US" sz="2100" kern="1200" dirty="0"/>
            <a:t>.</a:t>
          </a:r>
        </a:p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 err="1">
              <a:latin typeface="Century Schoolbook" panose="02040604050505020304"/>
            </a:rPr>
            <a:t>Узнать</a:t>
          </a:r>
          <a:r>
            <a:rPr lang="en-US" sz="2100" kern="1200" dirty="0">
              <a:latin typeface="Century Schoolbook" panose="02040604050505020304"/>
            </a:rPr>
            <a:t> </a:t>
          </a:r>
          <a:r>
            <a:rPr lang="en-US" sz="2100" kern="1200" dirty="0" err="1">
              <a:latin typeface="Century Schoolbook" panose="02040604050505020304"/>
            </a:rPr>
            <a:t>преимущества</a:t>
          </a:r>
          <a:r>
            <a:rPr lang="en-US" sz="2100" kern="1200" dirty="0">
              <a:latin typeface="Century Schoolbook" panose="02040604050505020304"/>
            </a:rPr>
            <a:t> FTP-</a:t>
          </a:r>
          <a:r>
            <a:rPr lang="en-US" sz="2100" kern="1200" dirty="0" err="1">
              <a:latin typeface="Century Schoolbook" panose="02040604050505020304"/>
            </a:rPr>
            <a:t>клиента</a:t>
          </a:r>
          <a:r>
            <a:rPr lang="en-US" sz="2100" kern="1200" dirty="0"/>
            <a:t>.</a:t>
          </a:r>
        </a:p>
      </dsp:txBody>
      <dsp:txXfrm>
        <a:off x="54137" y="978331"/>
        <a:ext cx="9928048" cy="17401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F41098-1C34-4B49-9809-BE18DD2E7907}">
      <dsp:nvSpPr>
        <dsp:cNvPr id="0" name=""/>
        <dsp:cNvSpPr/>
      </dsp:nvSpPr>
      <dsp:spPr>
        <a:xfrm>
          <a:off x="0" y="301685"/>
          <a:ext cx="2883052" cy="172983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Удобство управления файлами:</a:t>
          </a:r>
          <a:r>
            <a:rPr lang="en-US" sz="1600" kern="1200"/>
            <a:t> Позволяет скачивать, загружать, изменять, удалять файлы и папки, а также создавать каталоги на удаленном сервере.</a:t>
          </a:r>
        </a:p>
      </dsp:txBody>
      <dsp:txXfrm>
        <a:off x="0" y="301685"/>
        <a:ext cx="2883052" cy="1729831"/>
      </dsp:txXfrm>
    </dsp:sp>
    <dsp:sp modelId="{2432EA64-041A-479A-8C2A-A48DB1CF76FB}">
      <dsp:nvSpPr>
        <dsp:cNvPr id="0" name=""/>
        <dsp:cNvSpPr/>
      </dsp:nvSpPr>
      <dsp:spPr>
        <a:xfrm>
          <a:off x="3171357" y="301685"/>
          <a:ext cx="2883052" cy="1729831"/>
        </a:xfrm>
        <a:prstGeom prst="rect">
          <a:avLst/>
        </a:prstGeom>
        <a:solidFill>
          <a:schemeClr val="accent5">
            <a:hueOff val="-4264624"/>
            <a:satOff val="2424"/>
            <a:lumOff val="-200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Скорость и эффективность:</a:t>
          </a:r>
          <a:r>
            <a:rPr lang="en-US" sz="1600" kern="1200"/>
            <a:t> Быстро передает большие объемы данных (аудио, видео, документы) и использует отдельный канал для данных, что быстрее HTTP.</a:t>
          </a:r>
        </a:p>
      </dsp:txBody>
      <dsp:txXfrm>
        <a:off x="3171357" y="301685"/>
        <a:ext cx="2883052" cy="1729831"/>
      </dsp:txXfrm>
    </dsp:sp>
    <dsp:sp modelId="{89485E77-2302-44C9-9BF3-AD26A96429A8}">
      <dsp:nvSpPr>
        <dsp:cNvPr id="0" name=""/>
        <dsp:cNvSpPr/>
      </dsp:nvSpPr>
      <dsp:spPr>
        <a:xfrm>
          <a:off x="6342714" y="301685"/>
          <a:ext cx="2883052" cy="1729831"/>
        </a:xfrm>
        <a:prstGeom prst="rect">
          <a:avLst/>
        </a:prstGeom>
        <a:solidFill>
          <a:schemeClr val="accent5">
            <a:hueOff val="-8529249"/>
            <a:satOff val="4848"/>
            <a:lumOff val="-400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Надежность:</a:t>
          </a:r>
          <a:r>
            <a:rPr lang="en-US" sz="1600" kern="1200"/>
            <a:t> Поддерживает возможность восстановления передачи после обрыва соединения.</a:t>
          </a:r>
        </a:p>
      </dsp:txBody>
      <dsp:txXfrm>
        <a:off x="6342714" y="301685"/>
        <a:ext cx="2883052" cy="1729831"/>
      </dsp:txXfrm>
    </dsp:sp>
    <dsp:sp modelId="{D6805B85-70BF-4E37-8B87-4E28F44B60F0}">
      <dsp:nvSpPr>
        <dsp:cNvPr id="0" name=""/>
        <dsp:cNvSpPr/>
      </dsp:nvSpPr>
      <dsp:spPr>
        <a:xfrm>
          <a:off x="0" y="2319821"/>
          <a:ext cx="2883052" cy="1729831"/>
        </a:xfrm>
        <a:prstGeom prst="rect">
          <a:avLst/>
        </a:prstGeom>
        <a:solidFill>
          <a:schemeClr val="accent5">
            <a:hueOff val="-12793873"/>
            <a:satOff val="7271"/>
            <a:lumOff val="-600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Простота:</a:t>
          </a:r>
          <a:r>
            <a:rPr lang="en-US" sz="1600" kern="1200"/>
            <a:t> Имеет множество бесплатных и интуитивно понятных клиентов (FileZilla, WinSCP).</a:t>
          </a:r>
        </a:p>
      </dsp:txBody>
      <dsp:txXfrm>
        <a:off x="0" y="2319821"/>
        <a:ext cx="2883052" cy="1729831"/>
      </dsp:txXfrm>
    </dsp:sp>
    <dsp:sp modelId="{3B762C2A-B0F0-4681-8684-0A214903C391}">
      <dsp:nvSpPr>
        <dsp:cNvPr id="0" name=""/>
        <dsp:cNvSpPr/>
      </dsp:nvSpPr>
      <dsp:spPr>
        <a:xfrm>
          <a:off x="3171357" y="2319821"/>
          <a:ext cx="2883052" cy="1729831"/>
        </a:xfrm>
        <a:prstGeom prst="rect">
          <a:avLst/>
        </a:prstGeom>
        <a:solidFill>
          <a:schemeClr val="accent5">
            <a:hueOff val="-17058497"/>
            <a:satOff val="9695"/>
            <a:lumOff val="-800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Управление доступом:</a:t>
          </a:r>
          <a:r>
            <a:rPr lang="en-US" sz="1600" kern="1200"/>
            <a:t> Позволяет создавать пользователей, управлять их правами и закрывать доступ к файлам.</a:t>
          </a:r>
        </a:p>
      </dsp:txBody>
      <dsp:txXfrm>
        <a:off x="3171357" y="2319821"/>
        <a:ext cx="2883052" cy="1729831"/>
      </dsp:txXfrm>
    </dsp:sp>
    <dsp:sp modelId="{FFEC9FA3-A0F9-4CE4-8151-58D5B1EE4287}">
      <dsp:nvSpPr>
        <dsp:cNvPr id="0" name=""/>
        <dsp:cNvSpPr/>
      </dsp:nvSpPr>
      <dsp:spPr>
        <a:xfrm>
          <a:off x="6342714" y="2319821"/>
          <a:ext cx="2883052" cy="1729831"/>
        </a:xfrm>
        <a:prstGeom prst="rect">
          <a:avLst/>
        </a:prstGeom>
        <a:solidFill>
          <a:schemeClr val="accent5">
            <a:hueOff val="-21323121"/>
            <a:satOff val="12119"/>
            <a:lumOff val="-1000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Универсальность:</a:t>
          </a:r>
          <a:r>
            <a:rPr lang="en-US" sz="1600" kern="1200"/>
            <a:t> Поддерживается практически всеми операционными системами. </a:t>
          </a:r>
        </a:p>
      </dsp:txBody>
      <dsp:txXfrm>
        <a:off x="6342714" y="2319821"/>
        <a:ext cx="2883052" cy="17298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spc="3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ED139-0480-4198-83E2-68CE0B25BC9B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47385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2BD47-5F5E-4508-9DFC-0021F20B392D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57940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 spc="3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B23E3-326B-4424-9A50-2CBB9CA4B2E5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35433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09F6F-C437-48B6-80BB-8E50899C06AF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71062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76D14-B85F-4865-804C-5734F9C85CDD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24589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56C38-6601-4688-9146-5E61D8B04598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89548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6061E-CDAE-49E3-92CB-288B639C3B6F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58201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2800" b="1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E9851-4767-4B63-B36B-F772D06043F2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521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400" baseline="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9A586-BE94-448D-BAE3-D5D323B9149F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634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7CE23-3B6A-482C-9BEA-F32A9EB44C40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07501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9C8FD-9717-4D78-9D01-4CBD0AC8CAE0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42603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294198"/>
            <a:ext cx="9692640" cy="1397124"/>
          </a:xfrm>
          <a:prstGeom prst="rect">
            <a:avLst/>
          </a:prstGeom>
        </p:spPr>
        <p:txBody>
          <a:bodyPr vert="horz" lIns="91440" tIns="27432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ADDEAF24-54CC-4408-99B3-A70A172EFF44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958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 spc="-5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2000" kern="1200" spc="1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6D2ABD-B80E-D736-8B3F-3F168FFFDC25}"/>
              </a:ext>
            </a:extLst>
          </p:cNvPr>
          <p:cNvSpPr txBox="1"/>
          <p:nvPr/>
        </p:nvSpPr>
        <p:spPr>
          <a:xfrm>
            <a:off x="3795156" y="2827520"/>
            <a:ext cx="458387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3600" b="1" dirty="0"/>
              <a:t>ТЕМА ПРОЕКТА:</a:t>
            </a:r>
            <a:br>
              <a:rPr lang="ru-RU" sz="3600" b="1" dirty="0"/>
            </a:br>
            <a:r>
              <a:rPr lang="ru-RU" sz="3600" b="1" dirty="0"/>
              <a:t>FTP-клиент</a:t>
            </a:r>
          </a:p>
        </p:txBody>
      </p:sp>
      <p:pic>
        <p:nvPicPr>
          <p:cNvPr id="3" name="Рисунок 2" descr="Нижневартовский социально-гуманитарный колледж">
            <a:extLst>
              <a:ext uri="{FF2B5EF4-FFF2-40B4-BE49-F238E27FC236}">
                <a16:creationId xmlns:a16="http://schemas.microsoft.com/office/drawing/2014/main" id="{EF0ADD9B-E951-1CF3-DA42-C5E8CDBDF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8932" y="160503"/>
            <a:ext cx="1717593" cy="170769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072112-B9A2-21B3-E473-CB4F85A0911B}"/>
              </a:ext>
            </a:extLst>
          </p:cNvPr>
          <p:cNvSpPr txBox="1"/>
          <p:nvPr/>
        </p:nvSpPr>
        <p:spPr>
          <a:xfrm>
            <a:off x="1959429" y="5843649"/>
            <a:ext cx="9341922" cy="961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>
              <a:lnSpc>
                <a:spcPts val="3672"/>
              </a:lnSpc>
            </a:pPr>
            <a:r>
              <a:rPr lang="ru-RU" sz="1400" b="1" dirty="0">
                <a:solidFill>
                  <a:srgbClr val="000000"/>
                </a:solidFill>
                <a:latin typeface="Century Schoolbook"/>
              </a:rPr>
              <a:t>Подготовил: Канин Прохор Игоревич 323СА/1</a:t>
            </a:r>
          </a:p>
          <a:p>
            <a:pPr algn="r">
              <a:lnSpc>
                <a:spcPts val="3672"/>
              </a:lnSpc>
            </a:pPr>
            <a:r>
              <a:rPr lang="ru-RU" sz="1400" b="1" dirty="0"/>
              <a:t>Руководитель: Яковенко Евгений Романович</a:t>
            </a:r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CA29952-149E-46F7-9A9D-E6101CFF55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24BA92-9229-4333-ACC7-4561A3DB5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815B6E-E913-6094-D212-DE151A144903}"/>
              </a:ext>
            </a:extLst>
          </p:cNvPr>
          <p:cNvSpPr txBox="1"/>
          <p:nvPr/>
        </p:nvSpPr>
        <p:spPr>
          <a:xfrm>
            <a:off x="1261872" y="294198"/>
            <a:ext cx="9692640" cy="1397124"/>
          </a:xfrm>
          <a:prstGeom prst="rect">
            <a:avLst/>
          </a:prstGeom>
        </p:spPr>
        <p:txBody>
          <a:bodyPr rot="0" spcFirstLastPara="0" vertOverflow="overflow" horzOverflow="overflow" vert="horz" lIns="91440" tIns="27432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spc="-5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Что такое FTP?</a:t>
            </a:r>
          </a:p>
        </p:txBody>
      </p:sp>
      <p:pic>
        <p:nvPicPr>
          <p:cNvPr id="4" name="Рисунок 3" descr="FTP-протокол: что это такое | Cloud4Y">
            <a:extLst>
              <a:ext uri="{FF2B5EF4-FFF2-40B4-BE49-F238E27FC236}">
                <a16:creationId xmlns:a16="http://schemas.microsoft.com/office/drawing/2014/main" id="{9446644B-F0C4-92EB-76A2-E98554E14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137" y="2916898"/>
            <a:ext cx="3304622" cy="167322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CAB045D-56A8-D338-8AE1-E32FB882D576}"/>
              </a:ext>
            </a:extLst>
          </p:cNvPr>
          <p:cNvSpPr txBox="1"/>
          <p:nvPr/>
        </p:nvSpPr>
        <p:spPr>
          <a:xfrm>
            <a:off x="5078834" y="2254332"/>
            <a:ext cx="5865782" cy="298567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indent="-182880">
              <a:spcAft>
                <a:spcPts val="600"/>
              </a:spcAft>
              <a:buClr>
                <a:schemeClr val="accent1"/>
              </a:buClr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FTP (File Transfer Protocol)</a:t>
            </a: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 — это </a:t>
            </a:r>
          </a:p>
          <a:p>
            <a:pPr indent="-182880">
              <a:spcAft>
                <a:spcPts val="600"/>
              </a:spcAft>
              <a:buClr>
                <a:schemeClr val="accent1"/>
              </a:buClr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стандартный сетевой протокол для </a:t>
            </a: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передачи файлов</a:t>
            </a: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 между компьютерами по сети (например, через Интернет), позволяющий загружать, скачивать, удалять и управлять файлами на удаленном сервере. Он работает по принципу </a:t>
            </a: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клиент-сервер</a:t>
            </a: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, используя два канала (один для команд, другой для данных) и является основой для управления сайтами (загрузка файлов на хостинг) и обмена данными.</a:t>
            </a:r>
          </a:p>
        </p:txBody>
      </p:sp>
    </p:spTree>
    <p:extLst>
      <p:ext uri="{BB962C8B-B14F-4D97-AF65-F5344CB8AC3E}">
        <p14:creationId xmlns:p14="http://schemas.microsoft.com/office/powerpoint/2010/main" val="1008831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46CD716-7744-4F1A-801D-D44894504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B0C0FC-9A91-4E96-8E86-3D20CDE26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7759B15-CE96-4A5B-A056-ACF40FE6E0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2209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761414-FF96-9BDC-C3FD-91223A8F957C}"/>
              </a:ext>
            </a:extLst>
          </p:cNvPr>
          <p:cNvSpPr txBox="1"/>
          <p:nvPr/>
        </p:nvSpPr>
        <p:spPr>
          <a:xfrm>
            <a:off x="1261871" y="294198"/>
            <a:ext cx="9858383" cy="1397124"/>
          </a:xfrm>
          <a:prstGeom prst="rect">
            <a:avLst/>
          </a:prstGeom>
        </p:spPr>
        <p:txBody>
          <a:bodyPr rot="0" spcFirstLastPara="0" vertOverflow="overflow" horzOverflow="overflow" vert="horz" lIns="91440" tIns="27432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spc="-5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Цели и задачи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296AAED-5153-4437-B3AD-BCF0E2A844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24CD36-50DE-4C9D-9BC4-BB329E6DC9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63724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6297FB-56D2-8072-4050-9866398BF35B}"/>
              </a:ext>
            </a:extLst>
          </p:cNvPr>
          <p:cNvSpPr txBox="1"/>
          <p:nvPr/>
        </p:nvSpPr>
        <p:spPr>
          <a:xfrm>
            <a:off x="1266701" y="4509567"/>
            <a:ext cx="6917376" cy="143116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 err="1"/>
              <a:t>Задачи</a:t>
            </a:r>
            <a:r>
              <a:rPr lang="en-US" b="1" dirty="0"/>
              <a:t>:</a:t>
            </a:r>
            <a:endParaRPr lang="en-US"/>
          </a:p>
          <a:p>
            <a:pPr marL="228600" indent="-228600">
              <a:spcAft>
                <a:spcPts val="600"/>
              </a:spcAft>
              <a:buFont typeface=""/>
              <a:buChar char="•"/>
            </a:pPr>
            <a:r>
              <a:rPr lang="en-US" dirty="0" err="1">
                <a:latin typeface="Century Schoolbook"/>
                <a:ea typeface="Calibri"/>
                <a:cs typeface="Calibri"/>
              </a:rPr>
              <a:t>Создать</a:t>
            </a:r>
            <a:r>
              <a:rPr lang="en-US" dirty="0">
                <a:latin typeface="Century Schoolbook"/>
                <a:ea typeface="Calibri"/>
                <a:cs typeface="Calibri"/>
              </a:rPr>
              <a:t> </a:t>
            </a:r>
            <a:r>
              <a:rPr lang="en-US" dirty="0" err="1">
                <a:latin typeface="Century Schoolbook"/>
                <a:ea typeface="Calibri"/>
                <a:cs typeface="Calibri"/>
              </a:rPr>
              <a:t>схему</a:t>
            </a:r>
            <a:r>
              <a:rPr lang="en-US" dirty="0">
                <a:latin typeface="Century Schoolbook"/>
                <a:ea typeface="Calibri"/>
                <a:cs typeface="Calibri"/>
              </a:rPr>
              <a:t> </a:t>
            </a:r>
            <a:r>
              <a:rPr lang="en-US" dirty="0" err="1">
                <a:latin typeface="Century Schoolbook"/>
                <a:ea typeface="Calibri"/>
                <a:cs typeface="Calibri"/>
              </a:rPr>
              <a:t>работы</a:t>
            </a:r>
            <a:r>
              <a:rPr lang="en-US" dirty="0">
                <a:latin typeface="Century Schoolbook"/>
                <a:ea typeface="Calibri"/>
                <a:cs typeface="Calibri"/>
              </a:rPr>
              <a:t> FTP-</a:t>
            </a:r>
            <a:r>
              <a:rPr lang="en-US" dirty="0" err="1">
                <a:latin typeface="Century Schoolbook"/>
                <a:ea typeface="Calibri"/>
                <a:cs typeface="Calibri"/>
              </a:rPr>
              <a:t>клиента</a:t>
            </a:r>
            <a:r>
              <a:rPr lang="en-US" dirty="0">
                <a:latin typeface="Century Schoolbook"/>
                <a:ea typeface="Calibri"/>
                <a:cs typeface="Calibri"/>
              </a:rPr>
              <a:t>.</a:t>
            </a:r>
          </a:p>
          <a:p>
            <a:pPr marL="228600" indent="-228600">
              <a:spcAft>
                <a:spcPts val="600"/>
              </a:spcAft>
              <a:buFont typeface=""/>
              <a:buChar char="•"/>
            </a:pPr>
            <a:r>
              <a:rPr lang="en-US" dirty="0" err="1">
                <a:latin typeface="Century Schoolbook"/>
                <a:ea typeface="Calibri"/>
                <a:cs typeface="Calibri"/>
              </a:rPr>
              <a:t>Объяснить</a:t>
            </a:r>
            <a:r>
              <a:rPr lang="en-US" dirty="0">
                <a:latin typeface="Century Schoolbook"/>
                <a:ea typeface="Calibri"/>
                <a:cs typeface="Calibri"/>
              </a:rPr>
              <a:t> </a:t>
            </a:r>
            <a:r>
              <a:rPr lang="en-US" dirty="0" err="1">
                <a:latin typeface="Century Schoolbook"/>
                <a:ea typeface="Calibri"/>
                <a:cs typeface="Calibri"/>
              </a:rPr>
              <a:t>работу</a:t>
            </a:r>
            <a:r>
              <a:rPr lang="en-US" dirty="0">
                <a:latin typeface="Century Schoolbook"/>
                <a:ea typeface="Calibri"/>
                <a:cs typeface="Calibri"/>
              </a:rPr>
              <a:t> FTP-</a:t>
            </a:r>
            <a:r>
              <a:rPr lang="en-US" dirty="0" err="1">
                <a:latin typeface="Century Schoolbook"/>
                <a:ea typeface="Calibri"/>
                <a:cs typeface="Calibri"/>
              </a:rPr>
              <a:t>клиента</a:t>
            </a:r>
            <a:r>
              <a:rPr lang="en-US" dirty="0">
                <a:latin typeface="Century Schoolbook"/>
                <a:ea typeface="Calibri"/>
                <a:cs typeface="Calibri"/>
              </a:rPr>
              <a:t> </a:t>
            </a:r>
            <a:r>
              <a:rPr lang="en-US" dirty="0" err="1">
                <a:latin typeface="Century Schoolbook"/>
                <a:ea typeface="Calibri"/>
                <a:cs typeface="Calibri"/>
              </a:rPr>
              <a:t>через</a:t>
            </a:r>
            <a:r>
              <a:rPr lang="en-US" dirty="0">
                <a:latin typeface="Century Schoolbook"/>
                <a:ea typeface="Calibri"/>
                <a:cs typeface="Calibri"/>
              </a:rPr>
              <a:t> </a:t>
            </a:r>
            <a:r>
              <a:rPr lang="en-US" dirty="0" err="1">
                <a:latin typeface="Century Schoolbook"/>
                <a:ea typeface="Calibri"/>
                <a:cs typeface="Calibri"/>
              </a:rPr>
              <a:t>эту</a:t>
            </a:r>
            <a:r>
              <a:rPr lang="en-US" dirty="0">
                <a:latin typeface="Century Schoolbook"/>
                <a:ea typeface="Calibri"/>
                <a:cs typeface="Calibri"/>
              </a:rPr>
              <a:t> </a:t>
            </a:r>
            <a:r>
              <a:rPr lang="en-US" dirty="0" err="1">
                <a:latin typeface="Century Schoolbook"/>
                <a:ea typeface="Calibri"/>
                <a:cs typeface="Calibri"/>
              </a:rPr>
              <a:t>самую</a:t>
            </a:r>
            <a:r>
              <a:rPr lang="en-US" dirty="0">
                <a:latin typeface="Century Schoolbook"/>
                <a:ea typeface="Calibri"/>
                <a:cs typeface="Calibri"/>
              </a:rPr>
              <a:t> </a:t>
            </a:r>
            <a:r>
              <a:rPr lang="en-US" dirty="0" err="1">
                <a:latin typeface="Century Schoolbook"/>
                <a:ea typeface="Calibri"/>
                <a:cs typeface="Calibri"/>
              </a:rPr>
              <a:t>схему</a:t>
            </a:r>
            <a:r>
              <a:rPr lang="en-US" dirty="0">
                <a:latin typeface="Century Schoolbook"/>
                <a:ea typeface="Calibri"/>
                <a:cs typeface="Calibri"/>
              </a:rPr>
              <a:t>.</a:t>
            </a:r>
          </a:p>
          <a:p>
            <a:pPr marL="228600" indent="-228600">
              <a:spcAft>
                <a:spcPts val="600"/>
              </a:spcAft>
              <a:buFont typeface=""/>
              <a:buChar char="•"/>
            </a:pPr>
            <a:r>
              <a:rPr lang="en-US" dirty="0" err="1">
                <a:latin typeface="Century Schoolbook"/>
                <a:ea typeface="Calibri"/>
                <a:cs typeface="Calibri"/>
              </a:rPr>
              <a:t>Разработать</a:t>
            </a:r>
            <a:r>
              <a:rPr lang="en-US" dirty="0">
                <a:latin typeface="Century Schoolbook"/>
                <a:ea typeface="Calibri"/>
                <a:cs typeface="Calibri"/>
              </a:rPr>
              <a:t> </a:t>
            </a:r>
            <a:r>
              <a:rPr lang="en-US" dirty="0" err="1">
                <a:latin typeface="Century Schoolbook"/>
                <a:ea typeface="Calibri"/>
                <a:cs typeface="Calibri"/>
              </a:rPr>
              <a:t>код</a:t>
            </a:r>
            <a:r>
              <a:rPr lang="en-US" dirty="0">
                <a:latin typeface="Century Schoolbook"/>
                <a:ea typeface="Calibri"/>
                <a:cs typeface="Calibri"/>
              </a:rPr>
              <a:t> FTP-</a:t>
            </a:r>
            <a:r>
              <a:rPr lang="en-US" dirty="0" err="1">
                <a:latin typeface="Century Schoolbook"/>
                <a:ea typeface="Calibri"/>
                <a:cs typeface="Calibri"/>
              </a:rPr>
              <a:t>клиента</a:t>
            </a:r>
            <a:r>
              <a:rPr lang="en-US" dirty="0">
                <a:latin typeface="Century Schoolbook"/>
                <a:ea typeface="Calibri"/>
                <a:cs typeface="Calibri"/>
              </a:rPr>
              <a:t> </a:t>
            </a:r>
            <a:r>
              <a:rPr lang="en-US" dirty="0" err="1">
                <a:latin typeface="Century Schoolbook"/>
                <a:ea typeface="Calibri"/>
                <a:cs typeface="Calibri"/>
              </a:rPr>
              <a:t>на</a:t>
            </a:r>
            <a:r>
              <a:rPr lang="en-US" dirty="0">
                <a:latin typeface="Century Schoolbook"/>
                <a:ea typeface="Calibri"/>
                <a:cs typeface="Calibri"/>
              </a:rPr>
              <a:t> Python.</a:t>
            </a:r>
          </a:p>
        </p:txBody>
      </p:sp>
      <p:graphicFrame>
        <p:nvGraphicFramePr>
          <p:cNvPr id="6" name="TextBox 1">
            <a:extLst>
              <a:ext uri="{FF2B5EF4-FFF2-40B4-BE49-F238E27FC236}">
                <a16:creationId xmlns:a16="http://schemas.microsoft.com/office/drawing/2014/main" id="{129A248A-27C7-9DB5-C0AD-81C4F6AFCA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2382281"/>
              </p:ext>
            </p:extLst>
          </p:nvPr>
        </p:nvGraphicFramePr>
        <p:xfrm>
          <a:off x="1172998" y="1300536"/>
          <a:ext cx="10036322" cy="36967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12074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BB507A-4CD7-4FB2-A45B-AA83624A2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CB19DE-D478-4EF9-A63B-D47EC43BA2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0C771B-6F86-60AE-3512-E22899C2C2FF}"/>
              </a:ext>
            </a:extLst>
          </p:cNvPr>
          <p:cNvSpPr txBox="1"/>
          <p:nvPr/>
        </p:nvSpPr>
        <p:spPr>
          <a:xfrm>
            <a:off x="6420464" y="365760"/>
            <a:ext cx="4534047" cy="1325562"/>
          </a:xfrm>
          <a:prstGeom prst="rect">
            <a:avLst/>
          </a:prstGeom>
        </p:spPr>
        <p:txBody>
          <a:bodyPr rot="0" spcFirstLastPara="0" vertOverflow="overflow" horzOverflow="overflow" vert="horz" lIns="91440" tIns="27432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b="1" i="0" u="none" strike="noStrike" spc="-50" dirty="0" err="1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Какие</a:t>
            </a:r>
            <a:r>
              <a:rPr lang="en-US" sz="3100" b="1" i="0" u="none" strike="noStrike" spc="-5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100" b="1" i="0" u="none" strike="noStrike" spc="-50" dirty="0" err="1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проблемы</a:t>
            </a:r>
            <a:r>
              <a:rPr lang="en-US" sz="3100" b="1" i="0" u="none" strike="noStrike" spc="-5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100" b="1" i="0" u="none" strike="noStrike" spc="-50" dirty="0" err="1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решает</a:t>
            </a:r>
            <a:r>
              <a:rPr lang="en-US" sz="3100" b="1" i="0" u="none" strike="noStrike" spc="-5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100" b="1" i="0" u="none" strike="noStrike" spc="-50" dirty="0" err="1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проект</a:t>
            </a:r>
            <a:r>
              <a:rPr lang="en-US" sz="3100" b="1" i="0" u="none" strike="noStrike" spc="-5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?</a:t>
            </a:r>
            <a:endParaRPr lang="en-US" sz="3100" b="1" spc="-5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725EAB-7A42-37D8-64CC-AD400DCDD5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416" r="21746" b="-4"/>
          <a:stretch>
            <a:fillRect/>
          </a:stretch>
        </p:blipFill>
        <p:spPr>
          <a:xfrm>
            <a:off x="20" y="10"/>
            <a:ext cx="6094799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DA3EF5D-1AA5-4BA5-B881-C9E3832EB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B2A294-D4C3-E3D1-A59A-49B3180604AB}"/>
              </a:ext>
            </a:extLst>
          </p:cNvPr>
          <p:cNvSpPr txBox="1"/>
          <p:nvPr/>
        </p:nvSpPr>
        <p:spPr>
          <a:xfrm>
            <a:off x="6420463" y="1828800"/>
            <a:ext cx="4572002" cy="4351337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228600" indent="-18288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"/>
              <a:buAutoNum type="arabicPeriod"/>
            </a:pPr>
            <a:r>
              <a:rPr lang="en-US" sz="15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Сложность</a:t>
            </a:r>
            <a:r>
              <a:rPr lang="en-US" sz="15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5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использования</a:t>
            </a:r>
          </a:p>
          <a:p>
            <a:pPr marL="285750" lvl="1" indent="-18288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5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Графические</a:t>
            </a: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клиенты</a:t>
            </a: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требуют</a:t>
            </a: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установки</a:t>
            </a:r>
          </a:p>
          <a:p>
            <a:pPr marL="285750" lvl="1" indent="-18288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5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Перегруженный</a:t>
            </a: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интерфейс</a:t>
            </a:r>
          </a:p>
          <a:p>
            <a:pPr marL="285750" lvl="1" indent="-18288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5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Высокий</a:t>
            </a: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порог</a:t>
            </a: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входа</a:t>
            </a:r>
          </a:p>
          <a:p>
            <a:pPr marL="228600" indent="-18288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"/>
              <a:buAutoNum type="arabicPeriod"/>
            </a:pPr>
            <a:r>
              <a:rPr lang="en-US" sz="15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Ограничения</a:t>
            </a:r>
            <a:r>
              <a:rPr lang="en-US" sz="15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5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доступных</a:t>
            </a:r>
            <a:r>
              <a:rPr lang="en-US" sz="15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5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инструментов</a:t>
            </a:r>
          </a:p>
          <a:p>
            <a:pPr indent="-18288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n-US" sz="1500" b="1" dirty="0">
                <a:solidFill>
                  <a:srgbClr val="FF0000"/>
                </a:solidFill>
              </a:rPr>
              <a:t>3.</a:t>
            </a:r>
            <a:r>
              <a:rPr lang="en-US" sz="15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500" b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Технические</a:t>
            </a:r>
            <a:r>
              <a:rPr lang="en-US" sz="15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500" b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ограничения</a:t>
            </a:r>
            <a:endParaRPr lang="en-US" sz="15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indent="-18288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 </a:t>
            </a:r>
            <a:r>
              <a:rPr lang="en-US" sz="15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Нет</a:t>
            </a: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обработки</a:t>
            </a: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ошибок</a:t>
            </a: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в </a:t>
            </a:r>
            <a:r>
              <a:rPr lang="en-US" sz="15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базовых</a:t>
            </a: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решениях</a:t>
            </a:r>
          </a:p>
          <a:p>
            <a:pPr indent="-18288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 </a:t>
            </a:r>
            <a:r>
              <a:rPr lang="en-US" sz="15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Отсутствие</a:t>
            </a: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валидации</a:t>
            </a: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входных</a:t>
            </a: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данных</a:t>
            </a:r>
          </a:p>
          <a:p>
            <a:pPr indent="-18288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 </a:t>
            </a:r>
            <a:r>
              <a:rPr lang="en-US" sz="15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Плохая</a:t>
            </a: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документация</a:t>
            </a:r>
          </a:p>
          <a:p>
            <a:pPr indent="-18288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 </a:t>
            </a:r>
            <a:r>
              <a:rPr lang="en-US" sz="15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Неподдерживаемый</a:t>
            </a: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код</a:t>
            </a:r>
          </a:p>
          <a:p>
            <a:pPr indent="-18288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n-US" sz="1500" b="1" dirty="0">
                <a:solidFill>
                  <a:srgbClr val="FF0000"/>
                </a:solidFill>
              </a:rPr>
              <a:t>4.</a:t>
            </a:r>
            <a:r>
              <a:rPr lang="en-US" sz="15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500" b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Образовательный</a:t>
            </a:r>
            <a:r>
              <a:rPr lang="en-US" sz="15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500" b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пробел</a:t>
            </a:r>
            <a:endParaRPr lang="en-US" sz="1500" err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indent="-18288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 </a:t>
            </a:r>
            <a:r>
              <a:rPr lang="en-US" sz="15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Мало</a:t>
            </a: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качественных</a:t>
            </a: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примеров</a:t>
            </a: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работы</a:t>
            </a: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с FTP в Python</a:t>
            </a:r>
          </a:p>
          <a:p>
            <a:pPr indent="-18288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 </a:t>
            </a:r>
            <a:r>
              <a:rPr lang="en-US" sz="15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Отсутствие</a:t>
            </a: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готовых</a:t>
            </a: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решений</a:t>
            </a: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для</a:t>
            </a: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обучения</a:t>
            </a:r>
          </a:p>
          <a:p>
            <a:pPr indent="-18288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  </a:t>
            </a:r>
            <a:r>
              <a:rPr lang="en-US" sz="15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Неструктурированные</a:t>
            </a: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учебные</a:t>
            </a: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материалы</a:t>
            </a:r>
          </a:p>
        </p:txBody>
      </p:sp>
    </p:spTree>
    <p:extLst>
      <p:ext uri="{BB962C8B-B14F-4D97-AF65-F5344CB8AC3E}">
        <p14:creationId xmlns:p14="http://schemas.microsoft.com/office/powerpoint/2010/main" val="999613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Изображение выглядит как текст, диаграмма, снимок экран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E884355-3B09-A360-78F8-C9B0C07D2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550" y="1281113"/>
            <a:ext cx="7962900" cy="42957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12F1958-FC41-37A9-C8BD-53F02874B43B}"/>
              </a:ext>
            </a:extLst>
          </p:cNvPr>
          <p:cNvSpPr txBox="1"/>
          <p:nvPr/>
        </p:nvSpPr>
        <p:spPr>
          <a:xfrm>
            <a:off x="3182470" y="425822"/>
            <a:ext cx="581361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2800" b="1" dirty="0"/>
              <a:t>Схема работы FTP-клиента</a:t>
            </a:r>
            <a:endParaRPr lang="ru-RU" sz="2800"/>
          </a:p>
        </p:txBody>
      </p:sp>
    </p:spTree>
    <p:extLst>
      <p:ext uri="{BB962C8B-B14F-4D97-AF65-F5344CB8AC3E}">
        <p14:creationId xmlns:p14="http://schemas.microsoft.com/office/powerpoint/2010/main" val="320353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46CD716-7744-4F1A-801D-D44894504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B0C0FC-9A91-4E96-8E86-3D20CDE26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272999-324C-E0D1-4E61-75C8E9202EE5}"/>
              </a:ext>
            </a:extLst>
          </p:cNvPr>
          <p:cNvSpPr txBox="1"/>
          <p:nvPr/>
        </p:nvSpPr>
        <p:spPr>
          <a:xfrm>
            <a:off x="1116196" y="504264"/>
            <a:ext cx="9692640" cy="720445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27432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i="0" u="none" strike="noStrike" spc="-50" dirty="0" err="1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Ключевые</a:t>
            </a:r>
            <a:r>
              <a:rPr lang="en-US" sz="4400" b="1" i="0" u="none" strike="noStrike" spc="-5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b="1" i="0" u="none" strike="noStrike" spc="-50" dirty="0" err="1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преимущества</a:t>
            </a:r>
            <a:endParaRPr lang="ru-RU" dirty="0" err="1">
              <a:solidFill>
                <a:schemeClr val="accent1"/>
              </a:solidFill>
              <a:ea typeface="+mj-ea"/>
              <a:cs typeface="+mj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631A13-5CE6-4934-956A-8EBF19C149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TextBox 1">
            <a:extLst>
              <a:ext uri="{FF2B5EF4-FFF2-40B4-BE49-F238E27FC236}">
                <a16:creationId xmlns:a16="http://schemas.microsoft.com/office/drawing/2014/main" id="{3083601D-D5C8-9BB5-8703-95D8BDB2F1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5630777"/>
              </p:ext>
            </p:extLst>
          </p:nvPr>
        </p:nvGraphicFramePr>
        <p:xfrm>
          <a:off x="1262063" y="1448455"/>
          <a:ext cx="9225767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27253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64D415-E3FA-D46E-7787-BEAED944A8BF}"/>
              </a:ext>
            </a:extLst>
          </p:cNvPr>
          <p:cNvSpPr txBox="1"/>
          <p:nvPr/>
        </p:nvSpPr>
        <p:spPr>
          <a:xfrm>
            <a:off x="3048000" y="1865416"/>
            <a:ext cx="6096000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b="1" dirty="0"/>
              <a:t>FTP-</a:t>
            </a:r>
            <a:r>
              <a:rPr lang="en-US" b="1" dirty="0" err="1"/>
              <a:t>клиент</a:t>
            </a:r>
            <a:r>
              <a:rPr lang="en-US" b="1" dirty="0"/>
              <a:t> </a:t>
            </a:r>
            <a:r>
              <a:rPr lang="en-US" b="1" dirty="0" err="1"/>
              <a:t>трансформировался</a:t>
            </a:r>
            <a:r>
              <a:rPr lang="en-US" b="1" dirty="0"/>
              <a:t> </a:t>
            </a:r>
            <a:r>
              <a:rPr lang="en-US" b="1" dirty="0" err="1"/>
              <a:t>из</a:t>
            </a:r>
            <a:r>
              <a:rPr lang="en-US" b="1" dirty="0"/>
              <a:t> </a:t>
            </a:r>
            <a:r>
              <a:rPr lang="en-US" b="1" dirty="0" err="1"/>
              <a:t>массового</a:t>
            </a:r>
            <a:r>
              <a:rPr lang="en-US" b="1" dirty="0"/>
              <a:t> </a:t>
            </a:r>
            <a:r>
              <a:rPr lang="en-US" b="1" dirty="0" err="1"/>
              <a:t>инструмента</a:t>
            </a:r>
            <a:r>
              <a:rPr lang="en-US" b="1" dirty="0"/>
              <a:t> </a:t>
            </a:r>
            <a:r>
              <a:rPr lang="en-US" b="1" dirty="0" err="1"/>
              <a:t>для</a:t>
            </a:r>
            <a:r>
              <a:rPr lang="en-US" b="1" dirty="0"/>
              <a:t> </a:t>
            </a:r>
            <a:r>
              <a:rPr lang="en-US" b="1" dirty="0" err="1"/>
              <a:t>загрузки</a:t>
            </a:r>
            <a:r>
              <a:rPr lang="en-US" b="1" dirty="0"/>
              <a:t> </a:t>
            </a:r>
            <a:r>
              <a:rPr lang="en-US" b="1" dirty="0" err="1"/>
              <a:t>файлов</a:t>
            </a:r>
            <a:r>
              <a:rPr lang="en-US" b="1" dirty="0"/>
              <a:t> в </a:t>
            </a:r>
            <a:r>
              <a:rPr lang="en-US" b="1" dirty="0" err="1"/>
              <a:t>профессиональный</a:t>
            </a:r>
            <a:r>
              <a:rPr lang="en-US" b="1" dirty="0"/>
              <a:t> </a:t>
            </a:r>
            <a:r>
              <a:rPr lang="en-US" b="1" dirty="0" err="1"/>
              <a:t>инструмент</a:t>
            </a:r>
            <a:r>
              <a:rPr lang="en-US" b="1" dirty="0"/>
              <a:t> </a:t>
            </a:r>
            <a:r>
              <a:rPr lang="en-US" b="1" dirty="0" err="1"/>
              <a:t>для</a:t>
            </a:r>
            <a:r>
              <a:rPr lang="en-US" b="1" dirty="0"/>
              <a:t> </a:t>
            </a:r>
            <a:r>
              <a:rPr lang="en-US" b="1" dirty="0" err="1"/>
              <a:t>системного</a:t>
            </a:r>
            <a:r>
              <a:rPr lang="en-US" b="1" dirty="0"/>
              <a:t> </a:t>
            </a:r>
            <a:r>
              <a:rPr lang="en-US" b="1" dirty="0" err="1"/>
              <a:t>администратора</a:t>
            </a:r>
            <a:r>
              <a:rPr lang="en-US" b="1" dirty="0"/>
              <a:t>, </a:t>
            </a:r>
            <a:r>
              <a:rPr lang="en-US" b="1" dirty="0" err="1"/>
              <a:t>веб-разработчика</a:t>
            </a:r>
            <a:r>
              <a:rPr lang="en-US" b="1" dirty="0"/>
              <a:t> и IT-</a:t>
            </a:r>
            <a:r>
              <a:rPr lang="en-US" b="1" dirty="0" err="1"/>
              <a:t>специалиста</a:t>
            </a:r>
            <a:r>
              <a:rPr lang="en-US" b="1" dirty="0"/>
              <a:t>.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основная</a:t>
            </a:r>
            <a:r>
              <a:rPr lang="en-US" dirty="0"/>
              <a:t> </a:t>
            </a:r>
            <a:r>
              <a:rPr lang="en-US" dirty="0" err="1"/>
              <a:t>ценность</a:t>
            </a:r>
            <a:r>
              <a:rPr lang="en-US" dirty="0"/>
              <a:t> </a:t>
            </a:r>
            <a:r>
              <a:rPr lang="en-US" dirty="0" err="1"/>
              <a:t>сегодня</a:t>
            </a:r>
            <a:r>
              <a:rPr lang="en-US" dirty="0"/>
              <a:t> — </a:t>
            </a:r>
            <a:r>
              <a:rPr lang="en-US" b="1" dirty="0" err="1"/>
              <a:t>безопасное</a:t>
            </a:r>
            <a:r>
              <a:rPr lang="en-US" b="1" dirty="0"/>
              <a:t> (SFTP) и </a:t>
            </a:r>
            <a:r>
              <a:rPr lang="en-US" b="1" dirty="0" err="1"/>
              <a:t>эффективное</a:t>
            </a:r>
            <a:r>
              <a:rPr lang="en-US" b="1" dirty="0"/>
              <a:t> </a:t>
            </a:r>
            <a:r>
              <a:rPr lang="en-US" b="1" dirty="0" err="1"/>
              <a:t>управление</a:t>
            </a:r>
            <a:r>
              <a:rPr lang="en-US" b="1" dirty="0"/>
              <a:t> </a:t>
            </a:r>
            <a:r>
              <a:rPr lang="en-US" b="1" dirty="0" err="1"/>
              <a:t>файлами</a:t>
            </a:r>
            <a:r>
              <a:rPr lang="en-US" b="1" dirty="0"/>
              <a:t> </a:t>
            </a:r>
            <a:r>
              <a:rPr lang="en-US" b="1" dirty="0" err="1"/>
              <a:t>на</a:t>
            </a:r>
            <a:r>
              <a:rPr lang="en-US" b="1" dirty="0"/>
              <a:t> </a:t>
            </a:r>
            <a:r>
              <a:rPr lang="en-US" b="1" dirty="0" err="1"/>
              <a:t>удалённых</a:t>
            </a:r>
            <a:r>
              <a:rPr lang="en-US" b="1" dirty="0"/>
              <a:t> </a:t>
            </a:r>
            <a:r>
              <a:rPr lang="en-US" b="1" dirty="0" err="1"/>
              <a:t>серверах</a:t>
            </a:r>
            <a:r>
              <a:rPr lang="en-US" dirty="0"/>
              <a:t>,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облачные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всегда</a:t>
            </a:r>
            <a:r>
              <a:rPr lang="en-US" dirty="0"/>
              <a:t> </a:t>
            </a:r>
            <a:r>
              <a:rPr lang="en-US" dirty="0" err="1"/>
              <a:t>применимы</a:t>
            </a:r>
            <a:r>
              <a:rPr lang="en-US" dirty="0"/>
              <a:t>. </a:t>
            </a:r>
            <a:r>
              <a:rPr lang="en-US" dirty="0" err="1"/>
              <a:t>Несмотря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возраст</a:t>
            </a:r>
            <a:r>
              <a:rPr lang="en-US" dirty="0"/>
              <a:t> </a:t>
            </a:r>
            <a:r>
              <a:rPr lang="en-US" dirty="0" err="1"/>
              <a:t>протокола</a:t>
            </a:r>
            <a:r>
              <a:rPr lang="en-US" dirty="0"/>
              <a:t>, </a:t>
            </a:r>
            <a:r>
              <a:rPr lang="en-US" dirty="0" err="1"/>
              <a:t>необходимость</a:t>
            </a:r>
            <a:r>
              <a:rPr lang="en-US" dirty="0"/>
              <a:t> в </a:t>
            </a:r>
            <a:r>
              <a:rPr lang="en-US" dirty="0" err="1"/>
              <a:t>специализированных</a:t>
            </a:r>
            <a:r>
              <a:rPr lang="en-US" dirty="0"/>
              <a:t> </a:t>
            </a:r>
            <a:r>
              <a:rPr lang="en-US" dirty="0" err="1"/>
              <a:t>клиентах</a:t>
            </a:r>
            <a:r>
              <a:rPr lang="en-US" dirty="0"/>
              <a:t> </a:t>
            </a:r>
            <a:r>
              <a:rPr lang="en-US" dirty="0" err="1"/>
              <a:t>остаётся</a:t>
            </a:r>
            <a:r>
              <a:rPr lang="en-US" dirty="0"/>
              <a:t> </a:t>
            </a:r>
            <a:r>
              <a:rPr lang="en-US" dirty="0" err="1"/>
              <a:t>высокой</a:t>
            </a:r>
            <a:r>
              <a:rPr lang="en-US" dirty="0"/>
              <a:t> в </a:t>
            </a:r>
            <a:r>
              <a:rPr lang="en-US" dirty="0" err="1"/>
              <a:t>корпоративной</a:t>
            </a:r>
            <a:r>
              <a:rPr lang="en-US" dirty="0"/>
              <a:t> и </a:t>
            </a:r>
            <a:r>
              <a:rPr lang="en-US" dirty="0" err="1"/>
              <a:t>разработческой</a:t>
            </a:r>
            <a:r>
              <a:rPr lang="en-US" dirty="0"/>
              <a:t> </a:t>
            </a:r>
            <a:r>
              <a:rPr lang="en-US" dirty="0" err="1"/>
              <a:t>среде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829412-846F-E52A-ECAA-AC3AF357384F}"/>
              </a:ext>
            </a:extLst>
          </p:cNvPr>
          <p:cNvSpPr txBox="1"/>
          <p:nvPr/>
        </p:nvSpPr>
        <p:spPr>
          <a:xfrm>
            <a:off x="3048000" y="450273"/>
            <a:ext cx="60960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2800" b="1" dirty="0">
                <a:solidFill>
                  <a:srgbClr val="000000"/>
                </a:solidFill>
                <a:latin typeface="Century Schoolbook"/>
              </a:rPr>
              <a:t>Итоги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7407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B8F99-1B37-3FC3-6430-CD078D9E4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357B6B-3ABB-B27A-EF57-7543D6A1DBF6}"/>
              </a:ext>
            </a:extLst>
          </p:cNvPr>
          <p:cNvSpPr txBox="1"/>
          <p:nvPr/>
        </p:nvSpPr>
        <p:spPr>
          <a:xfrm>
            <a:off x="3795156" y="2827520"/>
            <a:ext cx="458387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3600" b="1" dirty="0"/>
              <a:t>ТЕМА ПРОЕКТА:</a:t>
            </a:r>
            <a:br>
              <a:rPr lang="ru-RU" sz="3600" b="1" dirty="0"/>
            </a:br>
            <a:r>
              <a:rPr lang="ru-RU" sz="3600" b="1" dirty="0"/>
              <a:t>FTP-клиент</a:t>
            </a:r>
          </a:p>
        </p:txBody>
      </p:sp>
      <p:pic>
        <p:nvPicPr>
          <p:cNvPr id="3" name="Рисунок 2" descr="Нижневартовский социально-гуманитарный колледж">
            <a:extLst>
              <a:ext uri="{FF2B5EF4-FFF2-40B4-BE49-F238E27FC236}">
                <a16:creationId xmlns:a16="http://schemas.microsoft.com/office/drawing/2014/main" id="{1A84957E-E2AE-37F8-41DE-5CCAAE5C2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8932" y="160503"/>
            <a:ext cx="1717593" cy="170769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14639E-69F8-C97A-BA6E-5991DF2A842D}"/>
              </a:ext>
            </a:extLst>
          </p:cNvPr>
          <p:cNvSpPr txBox="1"/>
          <p:nvPr/>
        </p:nvSpPr>
        <p:spPr>
          <a:xfrm>
            <a:off x="1959429" y="5843649"/>
            <a:ext cx="9341922" cy="961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>
              <a:lnSpc>
                <a:spcPts val="3672"/>
              </a:lnSpc>
            </a:pPr>
            <a:r>
              <a:rPr lang="ru-RU" sz="1400" b="1" dirty="0">
                <a:solidFill>
                  <a:srgbClr val="000000"/>
                </a:solidFill>
                <a:latin typeface="Century Schoolbook"/>
              </a:rPr>
              <a:t>Подготовил: Канин Прохор Игоревич 323СА/1</a:t>
            </a:r>
          </a:p>
          <a:p>
            <a:pPr algn="r">
              <a:lnSpc>
                <a:spcPts val="3672"/>
              </a:lnSpc>
            </a:pPr>
            <a:r>
              <a:rPr lang="ru-RU" sz="1400" b="1" dirty="0"/>
              <a:t>Руководитель: Яковенко Евгений Романович</a:t>
            </a:r>
          </a:p>
        </p:txBody>
      </p:sp>
    </p:spTree>
    <p:extLst>
      <p:ext uri="{BB962C8B-B14F-4D97-AF65-F5344CB8AC3E}">
        <p14:creationId xmlns:p14="http://schemas.microsoft.com/office/powerpoint/2010/main" val="3711401890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3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7B713C7F-58B7-4AE9-B361-B13EB9EC4C0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View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197</cp:revision>
  <dcterms:created xsi:type="dcterms:W3CDTF">2025-12-26T14:21:10Z</dcterms:created>
  <dcterms:modified xsi:type="dcterms:W3CDTF">2025-12-26T20:04:53Z</dcterms:modified>
</cp:coreProperties>
</file>